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7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4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C413B-DC81-4209-9CB7-164DF7EF9D7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88804-8306-4776-9652-1AD216148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51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88804-8306-4776-9652-1AD2161486C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97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88804-8306-4776-9652-1AD2161486C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74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8825" y="245934"/>
            <a:ext cx="497586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5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5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5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5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8150" y="-58734"/>
            <a:ext cx="7724650" cy="948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5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867" y="1027936"/>
            <a:ext cx="4354830" cy="334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hyperlink" Target="https://towardsdatascience.com/applied-deep-learning-part-4-convolutional-neural-networks-584bc134c1e2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s.nyu.edu/~fergus/tutorials/deep_learning_cvpr12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hyperlink" Target="https://towardsdatascience.com/complete-guide-of-activation-functions-34076e95d044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s.nyu.edu/~fergus/tutorials/deep_learning_cvpr12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hyperlink" Target="https://towardsdatascience.com/applied-deep-learning-part-4-convolutional-neural-networks-584bc134c1e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cs.nyu.edu/~fergus/tutorials/deep_learning_cvpr12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0" y="-12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2480" y="1484889"/>
            <a:ext cx="367030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 marR="5080" indent="-45720" algn="ctr">
              <a:lnSpc>
                <a:spcPct val="140500"/>
              </a:lnSpc>
              <a:spcBef>
                <a:spcPts val="100"/>
              </a:spcBef>
            </a:pP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Artificial</a:t>
            </a:r>
            <a:r>
              <a:rPr sz="2600" spc="-5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Intelligence</a:t>
            </a:r>
            <a:r>
              <a:rPr sz="2600" spc="-5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 MT"/>
                <a:cs typeface="Arial MT"/>
              </a:rPr>
              <a:t>(AI) </a:t>
            </a: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Machine</a:t>
            </a:r>
            <a:r>
              <a:rPr sz="2600" spc="-3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Learning</a:t>
            </a:r>
            <a:r>
              <a:rPr sz="26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 MT"/>
                <a:cs typeface="Arial MT"/>
              </a:rPr>
              <a:t>(ML) </a:t>
            </a: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Deep</a:t>
            </a:r>
            <a:r>
              <a:rPr sz="26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Learning</a:t>
            </a:r>
            <a:r>
              <a:rPr sz="2600" spc="-20" dirty="0">
                <a:solidFill>
                  <a:srgbClr val="C00000"/>
                </a:solidFill>
                <a:latin typeface="Arial MT"/>
                <a:cs typeface="Arial MT"/>
              </a:rPr>
              <a:t> (DL)</a:t>
            </a:r>
            <a:endParaRPr sz="2600" dirty="0">
              <a:solidFill>
                <a:srgbClr val="C0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6825" y="775409"/>
            <a:ext cx="3531870" cy="89217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250"/>
              </a:spcBef>
            </a:pPr>
            <a:r>
              <a:rPr sz="2400" spc="-10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2400" spc="-2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400" b="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intelligence</a:t>
            </a:r>
            <a:r>
              <a:rPr sz="1400" b="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demonstrated</a:t>
            </a:r>
            <a:r>
              <a:rPr sz="1400" b="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by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machines,</a:t>
            </a:r>
            <a:r>
              <a:rPr sz="1400" b="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opposed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natural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spc="-10" dirty="0">
                <a:solidFill>
                  <a:srgbClr val="595959"/>
                </a:solidFill>
                <a:latin typeface="Arial MT"/>
                <a:cs typeface="Arial MT"/>
              </a:rPr>
              <a:t>intelligence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displayed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animals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dirty="0">
                <a:solidFill>
                  <a:srgbClr val="595959"/>
                </a:solidFill>
                <a:latin typeface="Arial MT"/>
                <a:cs typeface="Arial MT"/>
              </a:rPr>
              <a:t>including</a:t>
            </a:r>
            <a:r>
              <a:rPr sz="1400" b="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b="0" spc="-10" dirty="0">
                <a:solidFill>
                  <a:srgbClr val="595959"/>
                </a:solidFill>
                <a:latin typeface="Arial MT"/>
                <a:cs typeface="Arial MT"/>
              </a:rPr>
              <a:t>humans.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6825" y="1983941"/>
            <a:ext cx="3304540" cy="111633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254"/>
              </a:spcBef>
            </a:pPr>
            <a:r>
              <a:rPr sz="2400" b="1" spc="-1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2400" b="1" spc="-2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study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computer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algorithms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improve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automatically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through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experience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seen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part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artificial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intelligence.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6825" y="3416501"/>
            <a:ext cx="3404235" cy="89217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algn="just">
              <a:lnSpc>
                <a:spcPct val="105700"/>
              </a:lnSpc>
              <a:spcBef>
                <a:spcPts val="250"/>
              </a:spcBef>
            </a:pPr>
            <a:r>
              <a:rPr sz="2400" b="1" spc="-160" dirty="0">
                <a:solidFill>
                  <a:srgbClr val="595959"/>
                </a:solidFill>
                <a:latin typeface="Arial"/>
                <a:cs typeface="Arial"/>
              </a:rPr>
              <a:t>DL</a:t>
            </a:r>
            <a:r>
              <a:rPr sz="24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400" spc="-9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part</a:t>
            </a:r>
            <a:r>
              <a:rPr sz="1400" spc="-9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broader</a:t>
            </a:r>
            <a:r>
              <a:rPr sz="14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family</a:t>
            </a:r>
            <a:r>
              <a:rPr sz="14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machine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learning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methods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based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artificial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neural networks.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4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20" dirty="0"/>
              <a:t>Relationship</a:t>
            </a:r>
            <a:r>
              <a:rPr sz="3500" spc="-45" dirty="0"/>
              <a:t> </a:t>
            </a:r>
            <a:r>
              <a:rPr sz="3500" dirty="0"/>
              <a:t>of</a:t>
            </a:r>
            <a:r>
              <a:rPr sz="3500" spc="-40" dirty="0"/>
              <a:t> </a:t>
            </a:r>
            <a:r>
              <a:rPr sz="3500" dirty="0"/>
              <a:t>AI,</a:t>
            </a:r>
            <a:r>
              <a:rPr sz="3500" spc="-40" dirty="0"/>
              <a:t> </a:t>
            </a:r>
            <a:r>
              <a:rPr sz="3500" dirty="0"/>
              <a:t>ML</a:t>
            </a:r>
            <a:r>
              <a:rPr sz="3500" spc="-40" dirty="0"/>
              <a:t> </a:t>
            </a:r>
            <a:r>
              <a:rPr sz="3500" dirty="0"/>
              <a:t>and</a:t>
            </a:r>
            <a:r>
              <a:rPr sz="3500" spc="-40" dirty="0"/>
              <a:t> </a:t>
            </a:r>
            <a:r>
              <a:rPr sz="3500" spc="-25" dirty="0"/>
              <a:t>DL</a:t>
            </a:r>
            <a:endParaRPr sz="3500"/>
          </a:p>
        </p:txBody>
      </p:sp>
      <p:grpSp>
        <p:nvGrpSpPr>
          <p:cNvPr id="3" name="object 3"/>
          <p:cNvGrpSpPr/>
          <p:nvPr/>
        </p:nvGrpSpPr>
        <p:grpSpPr>
          <a:xfrm>
            <a:off x="4532257" y="675782"/>
            <a:ext cx="4312920" cy="4264660"/>
            <a:chOff x="4532257" y="675782"/>
            <a:chExt cx="4312920" cy="4264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2257" y="675782"/>
              <a:ext cx="4312501" cy="42642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34299" y="798124"/>
              <a:ext cx="3817620" cy="3759200"/>
            </a:xfrm>
            <a:custGeom>
              <a:avLst/>
              <a:gdLst/>
              <a:ahLst/>
              <a:cxnLst/>
              <a:rect l="l" t="t" r="r" b="b"/>
              <a:pathLst>
                <a:path w="3817620" h="3759200">
                  <a:moveTo>
                    <a:pt x="2159474" y="12699"/>
                  </a:moveTo>
                  <a:lnTo>
                    <a:pt x="1669189" y="12699"/>
                  </a:lnTo>
                  <a:lnTo>
                    <a:pt x="1716418" y="0"/>
                  </a:lnTo>
                  <a:lnTo>
                    <a:pt x="2109718" y="0"/>
                  </a:lnTo>
                  <a:lnTo>
                    <a:pt x="2159474" y="12699"/>
                  </a:lnTo>
                  <a:close/>
                </a:path>
                <a:path w="3817620" h="3759200">
                  <a:moveTo>
                    <a:pt x="2333235" y="3721099"/>
                  </a:moveTo>
                  <a:lnTo>
                    <a:pt x="1483964" y="3721099"/>
                  </a:lnTo>
                  <a:lnTo>
                    <a:pt x="1261815" y="3657599"/>
                  </a:lnTo>
                  <a:lnTo>
                    <a:pt x="1218779" y="3632199"/>
                  </a:lnTo>
                  <a:lnTo>
                    <a:pt x="1134216" y="3606799"/>
                  </a:lnTo>
                  <a:lnTo>
                    <a:pt x="1092717" y="3581399"/>
                  </a:lnTo>
                  <a:lnTo>
                    <a:pt x="1051759" y="3568699"/>
                  </a:lnTo>
                  <a:lnTo>
                    <a:pt x="1011357" y="3543299"/>
                  </a:lnTo>
                  <a:lnTo>
                    <a:pt x="932275" y="3492499"/>
                  </a:lnTo>
                  <a:lnTo>
                    <a:pt x="893625" y="3479799"/>
                  </a:lnTo>
                  <a:lnTo>
                    <a:pt x="855587" y="3454399"/>
                  </a:lnTo>
                  <a:lnTo>
                    <a:pt x="818175" y="3428999"/>
                  </a:lnTo>
                  <a:lnTo>
                    <a:pt x="781405" y="3403599"/>
                  </a:lnTo>
                  <a:lnTo>
                    <a:pt x="745291" y="3378199"/>
                  </a:lnTo>
                  <a:lnTo>
                    <a:pt x="709846" y="3340099"/>
                  </a:lnTo>
                  <a:lnTo>
                    <a:pt x="675085" y="3314699"/>
                  </a:lnTo>
                  <a:lnTo>
                    <a:pt x="641022" y="3289299"/>
                  </a:lnTo>
                  <a:lnTo>
                    <a:pt x="607673" y="3251199"/>
                  </a:lnTo>
                  <a:lnTo>
                    <a:pt x="575050" y="3225799"/>
                  </a:lnTo>
                  <a:lnTo>
                    <a:pt x="543168" y="3200399"/>
                  </a:lnTo>
                  <a:lnTo>
                    <a:pt x="512043" y="3162299"/>
                  </a:lnTo>
                  <a:lnTo>
                    <a:pt x="481687" y="3124199"/>
                  </a:lnTo>
                  <a:lnTo>
                    <a:pt x="452115" y="3098799"/>
                  </a:lnTo>
                  <a:lnTo>
                    <a:pt x="423342" y="3060699"/>
                  </a:lnTo>
                  <a:lnTo>
                    <a:pt x="395382" y="3022599"/>
                  </a:lnTo>
                  <a:lnTo>
                    <a:pt x="368249" y="2997199"/>
                  </a:lnTo>
                  <a:lnTo>
                    <a:pt x="341957" y="2959099"/>
                  </a:lnTo>
                  <a:lnTo>
                    <a:pt x="316521" y="2920999"/>
                  </a:lnTo>
                  <a:lnTo>
                    <a:pt x="291955" y="2882899"/>
                  </a:lnTo>
                  <a:lnTo>
                    <a:pt x="268274" y="2844799"/>
                  </a:lnTo>
                  <a:lnTo>
                    <a:pt x="245492" y="2806699"/>
                  </a:lnTo>
                  <a:lnTo>
                    <a:pt x="223622" y="2768599"/>
                  </a:lnTo>
                  <a:lnTo>
                    <a:pt x="202680" y="2717799"/>
                  </a:lnTo>
                  <a:lnTo>
                    <a:pt x="182679" y="2679699"/>
                  </a:lnTo>
                  <a:lnTo>
                    <a:pt x="163634" y="2641599"/>
                  </a:lnTo>
                  <a:lnTo>
                    <a:pt x="145560" y="2603499"/>
                  </a:lnTo>
                  <a:lnTo>
                    <a:pt x="128470" y="2565399"/>
                  </a:lnTo>
                  <a:lnTo>
                    <a:pt x="112379" y="2514599"/>
                  </a:lnTo>
                  <a:lnTo>
                    <a:pt x="97301" y="2476499"/>
                  </a:lnTo>
                  <a:lnTo>
                    <a:pt x="83251" y="2425699"/>
                  </a:lnTo>
                  <a:lnTo>
                    <a:pt x="70242" y="2387599"/>
                  </a:lnTo>
                  <a:lnTo>
                    <a:pt x="58290" y="2336799"/>
                  </a:lnTo>
                  <a:lnTo>
                    <a:pt x="47408" y="2298699"/>
                  </a:lnTo>
                  <a:lnTo>
                    <a:pt x="37611" y="2247899"/>
                  </a:lnTo>
                  <a:lnTo>
                    <a:pt x="28912" y="2209799"/>
                  </a:lnTo>
                  <a:lnTo>
                    <a:pt x="21327" y="2158999"/>
                  </a:lnTo>
                  <a:lnTo>
                    <a:pt x="14870" y="2108199"/>
                  </a:lnTo>
                  <a:lnTo>
                    <a:pt x="9555" y="2070099"/>
                  </a:lnTo>
                  <a:lnTo>
                    <a:pt x="5396" y="2019299"/>
                  </a:lnTo>
                  <a:lnTo>
                    <a:pt x="2407" y="1968499"/>
                  </a:lnTo>
                  <a:lnTo>
                    <a:pt x="604" y="1930399"/>
                  </a:lnTo>
                  <a:lnTo>
                    <a:pt x="0" y="1879599"/>
                  </a:lnTo>
                  <a:lnTo>
                    <a:pt x="604" y="1828799"/>
                  </a:lnTo>
                  <a:lnTo>
                    <a:pt x="2407" y="1777999"/>
                  </a:lnTo>
                  <a:lnTo>
                    <a:pt x="5396" y="1739899"/>
                  </a:lnTo>
                  <a:lnTo>
                    <a:pt x="9555" y="1689099"/>
                  </a:lnTo>
                  <a:lnTo>
                    <a:pt x="14870" y="1638299"/>
                  </a:lnTo>
                  <a:lnTo>
                    <a:pt x="21327" y="1600199"/>
                  </a:lnTo>
                  <a:lnTo>
                    <a:pt x="28912" y="1549399"/>
                  </a:lnTo>
                  <a:lnTo>
                    <a:pt x="37611" y="1498599"/>
                  </a:lnTo>
                  <a:lnTo>
                    <a:pt x="47408" y="1460499"/>
                  </a:lnTo>
                  <a:lnTo>
                    <a:pt x="58290" y="1409699"/>
                  </a:lnTo>
                  <a:lnTo>
                    <a:pt x="70242" y="1371599"/>
                  </a:lnTo>
                  <a:lnTo>
                    <a:pt x="83251" y="1320799"/>
                  </a:lnTo>
                  <a:lnTo>
                    <a:pt x="97301" y="1282699"/>
                  </a:lnTo>
                  <a:lnTo>
                    <a:pt x="112379" y="1244599"/>
                  </a:lnTo>
                  <a:lnTo>
                    <a:pt x="128470" y="1193799"/>
                  </a:lnTo>
                  <a:lnTo>
                    <a:pt x="145560" y="1155699"/>
                  </a:lnTo>
                  <a:lnTo>
                    <a:pt x="163634" y="1117599"/>
                  </a:lnTo>
                  <a:lnTo>
                    <a:pt x="182679" y="1066799"/>
                  </a:lnTo>
                  <a:lnTo>
                    <a:pt x="202680" y="1028699"/>
                  </a:lnTo>
                  <a:lnTo>
                    <a:pt x="223622" y="990599"/>
                  </a:lnTo>
                  <a:lnTo>
                    <a:pt x="245492" y="952499"/>
                  </a:lnTo>
                  <a:lnTo>
                    <a:pt x="268274" y="914399"/>
                  </a:lnTo>
                  <a:lnTo>
                    <a:pt x="291955" y="876299"/>
                  </a:lnTo>
                  <a:lnTo>
                    <a:pt x="316521" y="838199"/>
                  </a:lnTo>
                  <a:lnTo>
                    <a:pt x="341957" y="800099"/>
                  </a:lnTo>
                  <a:lnTo>
                    <a:pt x="368249" y="761999"/>
                  </a:lnTo>
                  <a:lnTo>
                    <a:pt x="395382" y="723899"/>
                  </a:lnTo>
                  <a:lnTo>
                    <a:pt x="423342" y="698499"/>
                  </a:lnTo>
                  <a:lnTo>
                    <a:pt x="452115" y="660399"/>
                  </a:lnTo>
                  <a:lnTo>
                    <a:pt x="481687" y="622299"/>
                  </a:lnTo>
                  <a:lnTo>
                    <a:pt x="512043" y="596899"/>
                  </a:lnTo>
                  <a:lnTo>
                    <a:pt x="543168" y="558799"/>
                  </a:lnTo>
                  <a:lnTo>
                    <a:pt x="575050" y="533399"/>
                  </a:lnTo>
                  <a:lnTo>
                    <a:pt x="607673" y="495299"/>
                  </a:lnTo>
                  <a:lnTo>
                    <a:pt x="641022" y="469899"/>
                  </a:lnTo>
                  <a:lnTo>
                    <a:pt x="675085" y="444499"/>
                  </a:lnTo>
                  <a:lnTo>
                    <a:pt x="709846" y="406399"/>
                  </a:lnTo>
                  <a:lnTo>
                    <a:pt x="745291" y="380999"/>
                  </a:lnTo>
                  <a:lnTo>
                    <a:pt x="781405" y="355599"/>
                  </a:lnTo>
                  <a:lnTo>
                    <a:pt x="818175" y="330199"/>
                  </a:lnTo>
                  <a:lnTo>
                    <a:pt x="855587" y="304799"/>
                  </a:lnTo>
                  <a:lnTo>
                    <a:pt x="893625" y="279399"/>
                  </a:lnTo>
                  <a:lnTo>
                    <a:pt x="932275" y="253999"/>
                  </a:lnTo>
                  <a:lnTo>
                    <a:pt x="971524" y="241299"/>
                  </a:lnTo>
                  <a:lnTo>
                    <a:pt x="1051759" y="190499"/>
                  </a:lnTo>
                  <a:lnTo>
                    <a:pt x="1092717" y="177799"/>
                  </a:lnTo>
                  <a:lnTo>
                    <a:pt x="1134216" y="152399"/>
                  </a:lnTo>
                  <a:lnTo>
                    <a:pt x="1176241" y="139699"/>
                  </a:lnTo>
                  <a:lnTo>
                    <a:pt x="1218779" y="114299"/>
                  </a:lnTo>
                  <a:lnTo>
                    <a:pt x="1261815" y="101599"/>
                  </a:lnTo>
                  <a:lnTo>
                    <a:pt x="1529688" y="25399"/>
                  </a:lnTo>
                  <a:lnTo>
                    <a:pt x="1575809" y="25399"/>
                  </a:lnTo>
                  <a:lnTo>
                    <a:pt x="1622314" y="12699"/>
                  </a:lnTo>
                  <a:lnTo>
                    <a:pt x="2208973" y="12699"/>
                  </a:lnTo>
                  <a:lnTo>
                    <a:pt x="2592870" y="114299"/>
                  </a:lnTo>
                  <a:lnTo>
                    <a:pt x="2638989" y="139699"/>
                  </a:lnTo>
                  <a:lnTo>
                    <a:pt x="2684614" y="152399"/>
                  </a:lnTo>
                  <a:lnTo>
                    <a:pt x="2774287" y="203199"/>
                  </a:lnTo>
                  <a:lnTo>
                    <a:pt x="2818287" y="215899"/>
                  </a:lnTo>
                  <a:lnTo>
                    <a:pt x="2904496" y="266699"/>
                  </a:lnTo>
                  <a:lnTo>
                    <a:pt x="2946658" y="292099"/>
                  </a:lnTo>
                  <a:lnTo>
                    <a:pt x="2988159" y="330199"/>
                  </a:lnTo>
                  <a:lnTo>
                    <a:pt x="3028976" y="355599"/>
                  </a:lnTo>
                  <a:lnTo>
                    <a:pt x="3069085" y="380999"/>
                  </a:lnTo>
                  <a:lnTo>
                    <a:pt x="3108463" y="406399"/>
                  </a:lnTo>
                  <a:lnTo>
                    <a:pt x="3147085" y="444499"/>
                  </a:lnTo>
                  <a:lnTo>
                    <a:pt x="3184929" y="482599"/>
                  </a:lnTo>
                  <a:lnTo>
                    <a:pt x="3221970" y="507999"/>
                  </a:lnTo>
                  <a:lnTo>
                    <a:pt x="3258184" y="546099"/>
                  </a:lnTo>
                  <a:lnTo>
                    <a:pt x="3293453" y="584199"/>
                  </a:lnTo>
                  <a:lnTo>
                    <a:pt x="3327666" y="622299"/>
                  </a:lnTo>
                  <a:lnTo>
                    <a:pt x="3360814" y="660399"/>
                  </a:lnTo>
                  <a:lnTo>
                    <a:pt x="3392886" y="698499"/>
                  </a:lnTo>
                  <a:lnTo>
                    <a:pt x="3423874" y="736599"/>
                  </a:lnTo>
                  <a:lnTo>
                    <a:pt x="3453767" y="774699"/>
                  </a:lnTo>
                  <a:lnTo>
                    <a:pt x="3482555" y="812799"/>
                  </a:lnTo>
                  <a:lnTo>
                    <a:pt x="3510229" y="850899"/>
                  </a:lnTo>
                  <a:lnTo>
                    <a:pt x="3536779" y="888999"/>
                  </a:lnTo>
                  <a:lnTo>
                    <a:pt x="3562194" y="939799"/>
                  </a:lnTo>
                  <a:lnTo>
                    <a:pt x="3586466" y="977899"/>
                  </a:lnTo>
                  <a:lnTo>
                    <a:pt x="3609584" y="1028699"/>
                  </a:lnTo>
                  <a:lnTo>
                    <a:pt x="3631538" y="1066799"/>
                  </a:lnTo>
                  <a:lnTo>
                    <a:pt x="3652318" y="1117599"/>
                  </a:lnTo>
                  <a:lnTo>
                    <a:pt x="3671916" y="1155699"/>
                  </a:lnTo>
                  <a:lnTo>
                    <a:pt x="3690320" y="1206499"/>
                  </a:lnTo>
                  <a:lnTo>
                    <a:pt x="3707522" y="1244599"/>
                  </a:lnTo>
                  <a:lnTo>
                    <a:pt x="3723510" y="1295399"/>
                  </a:lnTo>
                  <a:lnTo>
                    <a:pt x="3738276" y="1346199"/>
                  </a:lnTo>
                  <a:lnTo>
                    <a:pt x="3751810" y="1384299"/>
                  </a:lnTo>
                  <a:lnTo>
                    <a:pt x="3764101" y="1435099"/>
                  </a:lnTo>
                  <a:lnTo>
                    <a:pt x="3775140" y="1485899"/>
                  </a:lnTo>
                  <a:lnTo>
                    <a:pt x="3784918" y="1536699"/>
                  </a:lnTo>
                  <a:lnTo>
                    <a:pt x="3793423" y="1587499"/>
                  </a:lnTo>
                  <a:lnTo>
                    <a:pt x="3800647" y="1625599"/>
                  </a:lnTo>
                  <a:lnTo>
                    <a:pt x="3806580" y="1676399"/>
                  </a:lnTo>
                  <a:lnTo>
                    <a:pt x="3811211" y="1727199"/>
                  </a:lnTo>
                  <a:lnTo>
                    <a:pt x="3814531" y="1777999"/>
                  </a:lnTo>
                  <a:lnTo>
                    <a:pt x="3816531" y="1828799"/>
                  </a:lnTo>
                  <a:lnTo>
                    <a:pt x="3817199" y="1879599"/>
                  </a:lnTo>
                  <a:lnTo>
                    <a:pt x="3816595" y="1930399"/>
                  </a:lnTo>
                  <a:lnTo>
                    <a:pt x="3814792" y="1968499"/>
                  </a:lnTo>
                  <a:lnTo>
                    <a:pt x="3811803" y="2019299"/>
                  </a:lnTo>
                  <a:lnTo>
                    <a:pt x="3807644" y="2070099"/>
                  </a:lnTo>
                  <a:lnTo>
                    <a:pt x="3802329" y="2108199"/>
                  </a:lnTo>
                  <a:lnTo>
                    <a:pt x="3795872" y="2158999"/>
                  </a:lnTo>
                  <a:lnTo>
                    <a:pt x="3788287" y="2209799"/>
                  </a:lnTo>
                  <a:lnTo>
                    <a:pt x="3779588" y="2247899"/>
                  </a:lnTo>
                  <a:lnTo>
                    <a:pt x="3769791" y="2298699"/>
                  </a:lnTo>
                  <a:lnTo>
                    <a:pt x="3758909" y="2336799"/>
                  </a:lnTo>
                  <a:lnTo>
                    <a:pt x="3746957" y="2387599"/>
                  </a:lnTo>
                  <a:lnTo>
                    <a:pt x="3733948" y="2425699"/>
                  </a:lnTo>
                  <a:lnTo>
                    <a:pt x="3719898" y="2476499"/>
                  </a:lnTo>
                  <a:lnTo>
                    <a:pt x="3704820" y="2514599"/>
                  </a:lnTo>
                  <a:lnTo>
                    <a:pt x="3688729" y="2565399"/>
                  </a:lnTo>
                  <a:lnTo>
                    <a:pt x="3671639" y="2603499"/>
                  </a:lnTo>
                  <a:lnTo>
                    <a:pt x="3653565" y="2641599"/>
                  </a:lnTo>
                  <a:lnTo>
                    <a:pt x="3634520" y="2679699"/>
                  </a:lnTo>
                  <a:lnTo>
                    <a:pt x="3614519" y="2717799"/>
                  </a:lnTo>
                  <a:lnTo>
                    <a:pt x="3593577" y="2768599"/>
                  </a:lnTo>
                  <a:lnTo>
                    <a:pt x="3571707" y="2806699"/>
                  </a:lnTo>
                  <a:lnTo>
                    <a:pt x="3548925" y="2844799"/>
                  </a:lnTo>
                  <a:lnTo>
                    <a:pt x="3525243" y="2882899"/>
                  </a:lnTo>
                  <a:lnTo>
                    <a:pt x="3500678" y="2920999"/>
                  </a:lnTo>
                  <a:lnTo>
                    <a:pt x="3475242" y="2959099"/>
                  </a:lnTo>
                  <a:lnTo>
                    <a:pt x="3448950" y="2997199"/>
                  </a:lnTo>
                  <a:lnTo>
                    <a:pt x="3421817" y="3022599"/>
                  </a:lnTo>
                  <a:lnTo>
                    <a:pt x="3393857" y="3060699"/>
                  </a:lnTo>
                  <a:lnTo>
                    <a:pt x="3365084" y="3098799"/>
                  </a:lnTo>
                  <a:lnTo>
                    <a:pt x="3335512" y="3124199"/>
                  </a:lnTo>
                  <a:lnTo>
                    <a:pt x="3305156" y="3162299"/>
                  </a:lnTo>
                  <a:lnTo>
                    <a:pt x="3274031" y="3200399"/>
                  </a:lnTo>
                  <a:lnTo>
                    <a:pt x="3242149" y="3225799"/>
                  </a:lnTo>
                  <a:lnTo>
                    <a:pt x="3209526" y="3251199"/>
                  </a:lnTo>
                  <a:lnTo>
                    <a:pt x="3176177" y="3289299"/>
                  </a:lnTo>
                  <a:lnTo>
                    <a:pt x="3142114" y="3314699"/>
                  </a:lnTo>
                  <a:lnTo>
                    <a:pt x="3107353" y="3340099"/>
                  </a:lnTo>
                  <a:lnTo>
                    <a:pt x="3071908" y="3378199"/>
                  </a:lnTo>
                  <a:lnTo>
                    <a:pt x="3035794" y="3403599"/>
                  </a:lnTo>
                  <a:lnTo>
                    <a:pt x="2999024" y="3428999"/>
                  </a:lnTo>
                  <a:lnTo>
                    <a:pt x="2961612" y="3454399"/>
                  </a:lnTo>
                  <a:lnTo>
                    <a:pt x="2923574" y="3479799"/>
                  </a:lnTo>
                  <a:lnTo>
                    <a:pt x="2884924" y="3492499"/>
                  </a:lnTo>
                  <a:lnTo>
                    <a:pt x="2805842" y="3543299"/>
                  </a:lnTo>
                  <a:lnTo>
                    <a:pt x="2765439" y="3568699"/>
                  </a:lnTo>
                  <a:lnTo>
                    <a:pt x="2724482" y="3581399"/>
                  </a:lnTo>
                  <a:lnTo>
                    <a:pt x="2682983" y="3606799"/>
                  </a:lnTo>
                  <a:lnTo>
                    <a:pt x="2598420" y="3632199"/>
                  </a:lnTo>
                  <a:lnTo>
                    <a:pt x="2555384" y="3657599"/>
                  </a:lnTo>
                  <a:lnTo>
                    <a:pt x="2333235" y="3721099"/>
                  </a:lnTo>
                  <a:close/>
                </a:path>
                <a:path w="3817620" h="3759200">
                  <a:moveTo>
                    <a:pt x="2194885" y="3746499"/>
                  </a:moveTo>
                  <a:lnTo>
                    <a:pt x="1622314" y="3746499"/>
                  </a:lnTo>
                  <a:lnTo>
                    <a:pt x="1529688" y="3721099"/>
                  </a:lnTo>
                  <a:lnTo>
                    <a:pt x="2287511" y="3721099"/>
                  </a:lnTo>
                  <a:lnTo>
                    <a:pt x="2194885" y="3746499"/>
                  </a:lnTo>
                  <a:close/>
                </a:path>
                <a:path w="3817620" h="3759200">
                  <a:moveTo>
                    <a:pt x="2100781" y="3759199"/>
                  </a:moveTo>
                  <a:lnTo>
                    <a:pt x="1716418" y="3759199"/>
                  </a:lnTo>
                  <a:lnTo>
                    <a:pt x="1669189" y="3746499"/>
                  </a:lnTo>
                  <a:lnTo>
                    <a:pt x="2148010" y="3746499"/>
                  </a:lnTo>
                  <a:lnTo>
                    <a:pt x="2100781" y="3759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34299" y="798124"/>
              <a:ext cx="3817620" cy="3769360"/>
            </a:xfrm>
            <a:custGeom>
              <a:avLst/>
              <a:gdLst/>
              <a:ahLst/>
              <a:cxnLst/>
              <a:rect l="l" t="t" r="r" b="b"/>
              <a:pathLst>
                <a:path w="3817620" h="3769360">
                  <a:moveTo>
                    <a:pt x="0" y="1884449"/>
                  </a:moveTo>
                  <a:lnTo>
                    <a:pt x="604" y="1836557"/>
                  </a:lnTo>
                  <a:lnTo>
                    <a:pt x="2407" y="1788959"/>
                  </a:lnTo>
                  <a:lnTo>
                    <a:pt x="5396" y="1741668"/>
                  </a:lnTo>
                  <a:lnTo>
                    <a:pt x="9555" y="1694700"/>
                  </a:lnTo>
                  <a:lnTo>
                    <a:pt x="14870" y="1648068"/>
                  </a:lnTo>
                  <a:lnTo>
                    <a:pt x="21327" y="1601787"/>
                  </a:lnTo>
                  <a:lnTo>
                    <a:pt x="28912" y="1555870"/>
                  </a:lnTo>
                  <a:lnTo>
                    <a:pt x="37611" y="1510332"/>
                  </a:lnTo>
                  <a:lnTo>
                    <a:pt x="47408" y="1465187"/>
                  </a:lnTo>
                  <a:lnTo>
                    <a:pt x="58290" y="1420449"/>
                  </a:lnTo>
                  <a:lnTo>
                    <a:pt x="70242" y="1376132"/>
                  </a:lnTo>
                  <a:lnTo>
                    <a:pt x="83251" y="1332250"/>
                  </a:lnTo>
                  <a:lnTo>
                    <a:pt x="97301" y="1288818"/>
                  </a:lnTo>
                  <a:lnTo>
                    <a:pt x="112379" y="1245849"/>
                  </a:lnTo>
                  <a:lnTo>
                    <a:pt x="128470" y="1203357"/>
                  </a:lnTo>
                  <a:lnTo>
                    <a:pt x="145560" y="1161358"/>
                  </a:lnTo>
                  <a:lnTo>
                    <a:pt x="163634" y="1119864"/>
                  </a:lnTo>
                  <a:lnTo>
                    <a:pt x="182679" y="1078891"/>
                  </a:lnTo>
                  <a:lnTo>
                    <a:pt x="202680" y="1038451"/>
                  </a:lnTo>
                  <a:lnTo>
                    <a:pt x="223622" y="998560"/>
                  </a:lnTo>
                  <a:lnTo>
                    <a:pt x="245492" y="959231"/>
                  </a:lnTo>
                  <a:lnTo>
                    <a:pt x="268274" y="920479"/>
                  </a:lnTo>
                  <a:lnTo>
                    <a:pt x="291955" y="882317"/>
                  </a:lnTo>
                  <a:lnTo>
                    <a:pt x="316521" y="844761"/>
                  </a:lnTo>
                  <a:lnTo>
                    <a:pt x="341957" y="807823"/>
                  </a:lnTo>
                  <a:lnTo>
                    <a:pt x="368249" y="771518"/>
                  </a:lnTo>
                  <a:lnTo>
                    <a:pt x="395382" y="735860"/>
                  </a:lnTo>
                  <a:lnTo>
                    <a:pt x="423342" y="700864"/>
                  </a:lnTo>
                  <a:lnTo>
                    <a:pt x="452115" y="666543"/>
                  </a:lnTo>
                  <a:lnTo>
                    <a:pt x="481687" y="632911"/>
                  </a:lnTo>
                  <a:lnTo>
                    <a:pt x="512043" y="599983"/>
                  </a:lnTo>
                  <a:lnTo>
                    <a:pt x="543168" y="567774"/>
                  </a:lnTo>
                  <a:lnTo>
                    <a:pt x="575050" y="536295"/>
                  </a:lnTo>
                  <a:lnTo>
                    <a:pt x="607673" y="505564"/>
                  </a:lnTo>
                  <a:lnTo>
                    <a:pt x="641022" y="475592"/>
                  </a:lnTo>
                  <a:lnTo>
                    <a:pt x="675085" y="446394"/>
                  </a:lnTo>
                  <a:lnTo>
                    <a:pt x="709846" y="417985"/>
                  </a:lnTo>
                  <a:lnTo>
                    <a:pt x="745291" y="390379"/>
                  </a:lnTo>
                  <a:lnTo>
                    <a:pt x="781405" y="363589"/>
                  </a:lnTo>
                  <a:lnTo>
                    <a:pt x="818175" y="337630"/>
                  </a:lnTo>
                  <a:lnTo>
                    <a:pt x="855587" y="312516"/>
                  </a:lnTo>
                  <a:lnTo>
                    <a:pt x="893625" y="288261"/>
                  </a:lnTo>
                  <a:lnTo>
                    <a:pt x="932275" y="264880"/>
                  </a:lnTo>
                  <a:lnTo>
                    <a:pt x="971524" y="242385"/>
                  </a:lnTo>
                  <a:lnTo>
                    <a:pt x="1011357" y="220792"/>
                  </a:lnTo>
                  <a:lnTo>
                    <a:pt x="1051759" y="200115"/>
                  </a:lnTo>
                  <a:lnTo>
                    <a:pt x="1092717" y="180368"/>
                  </a:lnTo>
                  <a:lnTo>
                    <a:pt x="1134216" y="161564"/>
                  </a:lnTo>
                  <a:lnTo>
                    <a:pt x="1176241" y="143718"/>
                  </a:lnTo>
                  <a:lnTo>
                    <a:pt x="1218779" y="126844"/>
                  </a:lnTo>
                  <a:lnTo>
                    <a:pt x="1261815" y="110957"/>
                  </a:lnTo>
                  <a:lnTo>
                    <a:pt x="1305334" y="96070"/>
                  </a:lnTo>
                  <a:lnTo>
                    <a:pt x="1349323" y="82197"/>
                  </a:lnTo>
                  <a:lnTo>
                    <a:pt x="1393767" y="69354"/>
                  </a:lnTo>
                  <a:lnTo>
                    <a:pt x="1438652" y="57552"/>
                  </a:lnTo>
                  <a:lnTo>
                    <a:pt x="1483964" y="46808"/>
                  </a:lnTo>
                  <a:lnTo>
                    <a:pt x="1529688" y="37135"/>
                  </a:lnTo>
                  <a:lnTo>
                    <a:pt x="1575809" y="28547"/>
                  </a:lnTo>
                  <a:lnTo>
                    <a:pt x="1622314" y="21058"/>
                  </a:lnTo>
                  <a:lnTo>
                    <a:pt x="1669189" y="14682"/>
                  </a:lnTo>
                  <a:lnTo>
                    <a:pt x="1716418" y="9434"/>
                  </a:lnTo>
                  <a:lnTo>
                    <a:pt x="1763988" y="5328"/>
                  </a:lnTo>
                  <a:lnTo>
                    <a:pt x="1811885" y="2377"/>
                  </a:lnTo>
                  <a:lnTo>
                    <a:pt x="1860093" y="596"/>
                  </a:lnTo>
                  <a:lnTo>
                    <a:pt x="1908599" y="0"/>
                  </a:lnTo>
                  <a:lnTo>
                    <a:pt x="1959146" y="660"/>
                  </a:lnTo>
                  <a:lnTo>
                    <a:pt x="2009530" y="2634"/>
                  </a:lnTo>
                  <a:lnTo>
                    <a:pt x="2059728" y="5912"/>
                  </a:lnTo>
                  <a:lnTo>
                    <a:pt x="2109718" y="10485"/>
                  </a:lnTo>
                  <a:lnTo>
                    <a:pt x="2159474" y="16342"/>
                  </a:lnTo>
                  <a:lnTo>
                    <a:pt x="2208973" y="23475"/>
                  </a:lnTo>
                  <a:lnTo>
                    <a:pt x="2258191" y="31873"/>
                  </a:lnTo>
                  <a:lnTo>
                    <a:pt x="2307105" y="41526"/>
                  </a:lnTo>
                  <a:lnTo>
                    <a:pt x="2355691" y="52426"/>
                  </a:lnTo>
                  <a:lnTo>
                    <a:pt x="2403926" y="64562"/>
                  </a:lnTo>
                  <a:lnTo>
                    <a:pt x="2451785" y="77924"/>
                  </a:lnTo>
                  <a:lnTo>
                    <a:pt x="2499244" y="92503"/>
                  </a:lnTo>
                  <a:lnTo>
                    <a:pt x="2546280" y="108290"/>
                  </a:lnTo>
                  <a:lnTo>
                    <a:pt x="2592870" y="125273"/>
                  </a:lnTo>
                  <a:lnTo>
                    <a:pt x="2638989" y="143445"/>
                  </a:lnTo>
                  <a:lnTo>
                    <a:pt x="2684614" y="162794"/>
                  </a:lnTo>
                  <a:lnTo>
                    <a:pt x="2729722" y="183312"/>
                  </a:lnTo>
                  <a:lnTo>
                    <a:pt x="2774287" y="204988"/>
                  </a:lnTo>
                  <a:lnTo>
                    <a:pt x="2818287" y="227814"/>
                  </a:lnTo>
                  <a:lnTo>
                    <a:pt x="2861698" y="251778"/>
                  </a:lnTo>
                  <a:lnTo>
                    <a:pt x="2904496" y="276872"/>
                  </a:lnTo>
                  <a:lnTo>
                    <a:pt x="2946658" y="303086"/>
                  </a:lnTo>
                  <a:lnTo>
                    <a:pt x="2988159" y="330409"/>
                  </a:lnTo>
                  <a:lnTo>
                    <a:pt x="3028976" y="358833"/>
                  </a:lnTo>
                  <a:lnTo>
                    <a:pt x="3069085" y="388348"/>
                  </a:lnTo>
                  <a:lnTo>
                    <a:pt x="3108463" y="418944"/>
                  </a:lnTo>
                  <a:lnTo>
                    <a:pt x="3147085" y="450611"/>
                  </a:lnTo>
                  <a:lnTo>
                    <a:pt x="3184929" y="483339"/>
                  </a:lnTo>
                  <a:lnTo>
                    <a:pt x="3221970" y="517120"/>
                  </a:lnTo>
                  <a:lnTo>
                    <a:pt x="3258184" y="551942"/>
                  </a:lnTo>
                  <a:lnTo>
                    <a:pt x="3293453" y="587698"/>
                  </a:lnTo>
                  <a:lnTo>
                    <a:pt x="3327666" y="624270"/>
                  </a:lnTo>
                  <a:lnTo>
                    <a:pt x="3360814" y="661635"/>
                  </a:lnTo>
                  <a:lnTo>
                    <a:pt x="3392886" y="699769"/>
                  </a:lnTo>
                  <a:lnTo>
                    <a:pt x="3423874" y="738648"/>
                  </a:lnTo>
                  <a:lnTo>
                    <a:pt x="3453767" y="778250"/>
                  </a:lnTo>
                  <a:lnTo>
                    <a:pt x="3482555" y="818551"/>
                  </a:lnTo>
                  <a:lnTo>
                    <a:pt x="3510229" y="859527"/>
                  </a:lnTo>
                  <a:lnTo>
                    <a:pt x="3536779" y="901155"/>
                  </a:lnTo>
                  <a:lnTo>
                    <a:pt x="3562194" y="943411"/>
                  </a:lnTo>
                  <a:lnTo>
                    <a:pt x="3586466" y="986273"/>
                  </a:lnTo>
                  <a:lnTo>
                    <a:pt x="3609584" y="1029716"/>
                  </a:lnTo>
                  <a:lnTo>
                    <a:pt x="3631538" y="1073718"/>
                  </a:lnTo>
                  <a:lnTo>
                    <a:pt x="3652318" y="1118254"/>
                  </a:lnTo>
                  <a:lnTo>
                    <a:pt x="3671916" y="1163302"/>
                  </a:lnTo>
                  <a:lnTo>
                    <a:pt x="3690320" y="1208837"/>
                  </a:lnTo>
                  <a:lnTo>
                    <a:pt x="3707522" y="1254838"/>
                  </a:lnTo>
                  <a:lnTo>
                    <a:pt x="3723510" y="1301279"/>
                  </a:lnTo>
                  <a:lnTo>
                    <a:pt x="3738276" y="1348138"/>
                  </a:lnTo>
                  <a:lnTo>
                    <a:pt x="3751810" y="1395391"/>
                  </a:lnTo>
                  <a:lnTo>
                    <a:pt x="3764101" y="1443015"/>
                  </a:lnTo>
                  <a:lnTo>
                    <a:pt x="3775140" y="1490986"/>
                  </a:lnTo>
                  <a:lnTo>
                    <a:pt x="3784918" y="1539281"/>
                  </a:lnTo>
                  <a:lnTo>
                    <a:pt x="3793423" y="1587877"/>
                  </a:lnTo>
                  <a:lnTo>
                    <a:pt x="3800647" y="1636750"/>
                  </a:lnTo>
                  <a:lnTo>
                    <a:pt x="3806580" y="1685876"/>
                  </a:lnTo>
                  <a:lnTo>
                    <a:pt x="3811211" y="1735233"/>
                  </a:lnTo>
                  <a:lnTo>
                    <a:pt x="3814531" y="1784796"/>
                  </a:lnTo>
                  <a:lnTo>
                    <a:pt x="3816531" y="1834543"/>
                  </a:lnTo>
                  <a:lnTo>
                    <a:pt x="3817199" y="1884449"/>
                  </a:lnTo>
                  <a:lnTo>
                    <a:pt x="3816595" y="1932342"/>
                  </a:lnTo>
                  <a:lnTo>
                    <a:pt x="3814792" y="1979940"/>
                  </a:lnTo>
                  <a:lnTo>
                    <a:pt x="3811803" y="2027231"/>
                  </a:lnTo>
                  <a:lnTo>
                    <a:pt x="3807644" y="2074199"/>
                  </a:lnTo>
                  <a:lnTo>
                    <a:pt x="3802329" y="2120831"/>
                  </a:lnTo>
                  <a:lnTo>
                    <a:pt x="3795872" y="2167112"/>
                  </a:lnTo>
                  <a:lnTo>
                    <a:pt x="3788287" y="2213029"/>
                  </a:lnTo>
                  <a:lnTo>
                    <a:pt x="3779588" y="2258567"/>
                  </a:lnTo>
                  <a:lnTo>
                    <a:pt x="3769791" y="2303712"/>
                  </a:lnTo>
                  <a:lnTo>
                    <a:pt x="3758909" y="2348450"/>
                  </a:lnTo>
                  <a:lnTo>
                    <a:pt x="3746957" y="2392767"/>
                  </a:lnTo>
                  <a:lnTo>
                    <a:pt x="3733948" y="2436649"/>
                  </a:lnTo>
                  <a:lnTo>
                    <a:pt x="3719898" y="2480081"/>
                  </a:lnTo>
                  <a:lnTo>
                    <a:pt x="3704820" y="2523050"/>
                  </a:lnTo>
                  <a:lnTo>
                    <a:pt x="3688729" y="2565542"/>
                  </a:lnTo>
                  <a:lnTo>
                    <a:pt x="3671639" y="2607541"/>
                  </a:lnTo>
                  <a:lnTo>
                    <a:pt x="3653565" y="2649035"/>
                  </a:lnTo>
                  <a:lnTo>
                    <a:pt x="3634520" y="2690008"/>
                  </a:lnTo>
                  <a:lnTo>
                    <a:pt x="3614519" y="2730448"/>
                  </a:lnTo>
                  <a:lnTo>
                    <a:pt x="3593577" y="2770339"/>
                  </a:lnTo>
                  <a:lnTo>
                    <a:pt x="3571707" y="2809668"/>
                  </a:lnTo>
                  <a:lnTo>
                    <a:pt x="3548925" y="2848420"/>
                  </a:lnTo>
                  <a:lnTo>
                    <a:pt x="3525244" y="2886582"/>
                  </a:lnTo>
                  <a:lnTo>
                    <a:pt x="3500678" y="2924138"/>
                  </a:lnTo>
                  <a:lnTo>
                    <a:pt x="3475242" y="2961076"/>
                  </a:lnTo>
                  <a:lnTo>
                    <a:pt x="3448950" y="2997381"/>
                  </a:lnTo>
                  <a:lnTo>
                    <a:pt x="3421817" y="3033039"/>
                  </a:lnTo>
                  <a:lnTo>
                    <a:pt x="3393857" y="3068035"/>
                  </a:lnTo>
                  <a:lnTo>
                    <a:pt x="3365084" y="3102356"/>
                  </a:lnTo>
                  <a:lnTo>
                    <a:pt x="3335512" y="3135988"/>
                  </a:lnTo>
                  <a:lnTo>
                    <a:pt x="3305156" y="3168916"/>
                  </a:lnTo>
                  <a:lnTo>
                    <a:pt x="3274031" y="3201125"/>
                  </a:lnTo>
                  <a:lnTo>
                    <a:pt x="3242149" y="3232604"/>
                  </a:lnTo>
                  <a:lnTo>
                    <a:pt x="3209526" y="3263335"/>
                  </a:lnTo>
                  <a:lnTo>
                    <a:pt x="3176177" y="3293307"/>
                  </a:lnTo>
                  <a:lnTo>
                    <a:pt x="3142114" y="3322505"/>
                  </a:lnTo>
                  <a:lnTo>
                    <a:pt x="3107353" y="3350914"/>
                  </a:lnTo>
                  <a:lnTo>
                    <a:pt x="3071908" y="3378520"/>
                  </a:lnTo>
                  <a:lnTo>
                    <a:pt x="3035794" y="3405310"/>
                  </a:lnTo>
                  <a:lnTo>
                    <a:pt x="2999024" y="3431269"/>
                  </a:lnTo>
                  <a:lnTo>
                    <a:pt x="2961612" y="3456383"/>
                  </a:lnTo>
                  <a:lnTo>
                    <a:pt x="2923574" y="3480638"/>
                  </a:lnTo>
                  <a:lnTo>
                    <a:pt x="2884924" y="3504019"/>
                  </a:lnTo>
                  <a:lnTo>
                    <a:pt x="2845675" y="3526514"/>
                  </a:lnTo>
                  <a:lnTo>
                    <a:pt x="2805842" y="3548107"/>
                  </a:lnTo>
                  <a:lnTo>
                    <a:pt x="2765439" y="3568784"/>
                  </a:lnTo>
                  <a:lnTo>
                    <a:pt x="2724482" y="3588531"/>
                  </a:lnTo>
                  <a:lnTo>
                    <a:pt x="2682983" y="3607335"/>
                  </a:lnTo>
                  <a:lnTo>
                    <a:pt x="2640958" y="3625181"/>
                  </a:lnTo>
                  <a:lnTo>
                    <a:pt x="2598420" y="3642055"/>
                  </a:lnTo>
                  <a:lnTo>
                    <a:pt x="2555384" y="3657942"/>
                  </a:lnTo>
                  <a:lnTo>
                    <a:pt x="2511865" y="3672829"/>
                  </a:lnTo>
                  <a:lnTo>
                    <a:pt x="2467876" y="3686702"/>
                  </a:lnTo>
                  <a:lnTo>
                    <a:pt x="2423432" y="3699545"/>
                  </a:lnTo>
                  <a:lnTo>
                    <a:pt x="2378547" y="3711347"/>
                  </a:lnTo>
                  <a:lnTo>
                    <a:pt x="2333235" y="3722091"/>
                  </a:lnTo>
                  <a:lnTo>
                    <a:pt x="2287511" y="3731764"/>
                  </a:lnTo>
                  <a:lnTo>
                    <a:pt x="2241390" y="3740352"/>
                  </a:lnTo>
                  <a:lnTo>
                    <a:pt x="2194885" y="3747841"/>
                  </a:lnTo>
                  <a:lnTo>
                    <a:pt x="2148010" y="3754217"/>
                  </a:lnTo>
                  <a:lnTo>
                    <a:pt x="2100781" y="3759465"/>
                  </a:lnTo>
                  <a:lnTo>
                    <a:pt x="2053211" y="3763571"/>
                  </a:lnTo>
                  <a:lnTo>
                    <a:pt x="2005314" y="3766522"/>
                  </a:lnTo>
                  <a:lnTo>
                    <a:pt x="1957106" y="3768303"/>
                  </a:lnTo>
                  <a:lnTo>
                    <a:pt x="1908599" y="3768899"/>
                  </a:lnTo>
                  <a:lnTo>
                    <a:pt x="1860093" y="3768303"/>
                  </a:lnTo>
                  <a:lnTo>
                    <a:pt x="1811885" y="3766522"/>
                  </a:lnTo>
                  <a:lnTo>
                    <a:pt x="1763988" y="3763571"/>
                  </a:lnTo>
                  <a:lnTo>
                    <a:pt x="1716418" y="3759465"/>
                  </a:lnTo>
                  <a:lnTo>
                    <a:pt x="1669189" y="3754217"/>
                  </a:lnTo>
                  <a:lnTo>
                    <a:pt x="1622314" y="3747841"/>
                  </a:lnTo>
                  <a:lnTo>
                    <a:pt x="1575809" y="3740352"/>
                  </a:lnTo>
                  <a:lnTo>
                    <a:pt x="1529688" y="3731764"/>
                  </a:lnTo>
                  <a:lnTo>
                    <a:pt x="1483964" y="3722091"/>
                  </a:lnTo>
                  <a:lnTo>
                    <a:pt x="1438652" y="3711347"/>
                  </a:lnTo>
                  <a:lnTo>
                    <a:pt x="1393767" y="3699545"/>
                  </a:lnTo>
                  <a:lnTo>
                    <a:pt x="1349323" y="3686702"/>
                  </a:lnTo>
                  <a:lnTo>
                    <a:pt x="1305334" y="3672829"/>
                  </a:lnTo>
                  <a:lnTo>
                    <a:pt x="1261815" y="3657942"/>
                  </a:lnTo>
                  <a:lnTo>
                    <a:pt x="1218779" y="3642055"/>
                  </a:lnTo>
                  <a:lnTo>
                    <a:pt x="1176241" y="3625181"/>
                  </a:lnTo>
                  <a:lnTo>
                    <a:pt x="1134216" y="3607335"/>
                  </a:lnTo>
                  <a:lnTo>
                    <a:pt x="1092717" y="3588531"/>
                  </a:lnTo>
                  <a:lnTo>
                    <a:pt x="1051759" y="3568784"/>
                  </a:lnTo>
                  <a:lnTo>
                    <a:pt x="1011357" y="3548107"/>
                  </a:lnTo>
                  <a:lnTo>
                    <a:pt x="971524" y="3526514"/>
                  </a:lnTo>
                  <a:lnTo>
                    <a:pt x="932275" y="3504019"/>
                  </a:lnTo>
                  <a:lnTo>
                    <a:pt x="893625" y="3480638"/>
                  </a:lnTo>
                  <a:lnTo>
                    <a:pt x="855587" y="3456383"/>
                  </a:lnTo>
                  <a:lnTo>
                    <a:pt x="818175" y="3431269"/>
                  </a:lnTo>
                  <a:lnTo>
                    <a:pt x="781405" y="3405310"/>
                  </a:lnTo>
                  <a:lnTo>
                    <a:pt x="745291" y="3378520"/>
                  </a:lnTo>
                  <a:lnTo>
                    <a:pt x="709846" y="3350914"/>
                  </a:lnTo>
                  <a:lnTo>
                    <a:pt x="675085" y="3322505"/>
                  </a:lnTo>
                  <a:lnTo>
                    <a:pt x="641022" y="3293307"/>
                  </a:lnTo>
                  <a:lnTo>
                    <a:pt x="607673" y="3263335"/>
                  </a:lnTo>
                  <a:lnTo>
                    <a:pt x="575050" y="3232604"/>
                  </a:lnTo>
                  <a:lnTo>
                    <a:pt x="543168" y="3201125"/>
                  </a:lnTo>
                  <a:lnTo>
                    <a:pt x="512043" y="3168916"/>
                  </a:lnTo>
                  <a:lnTo>
                    <a:pt x="481687" y="3135988"/>
                  </a:lnTo>
                  <a:lnTo>
                    <a:pt x="452115" y="3102356"/>
                  </a:lnTo>
                  <a:lnTo>
                    <a:pt x="423342" y="3068035"/>
                  </a:lnTo>
                  <a:lnTo>
                    <a:pt x="395382" y="3033039"/>
                  </a:lnTo>
                  <a:lnTo>
                    <a:pt x="368249" y="2997381"/>
                  </a:lnTo>
                  <a:lnTo>
                    <a:pt x="341957" y="2961076"/>
                  </a:lnTo>
                  <a:lnTo>
                    <a:pt x="316521" y="2924138"/>
                  </a:lnTo>
                  <a:lnTo>
                    <a:pt x="291955" y="2886582"/>
                  </a:lnTo>
                  <a:lnTo>
                    <a:pt x="268274" y="2848420"/>
                  </a:lnTo>
                  <a:lnTo>
                    <a:pt x="245492" y="2809668"/>
                  </a:lnTo>
                  <a:lnTo>
                    <a:pt x="223622" y="2770339"/>
                  </a:lnTo>
                  <a:lnTo>
                    <a:pt x="202680" y="2730448"/>
                  </a:lnTo>
                  <a:lnTo>
                    <a:pt x="182679" y="2690008"/>
                  </a:lnTo>
                  <a:lnTo>
                    <a:pt x="163634" y="2649035"/>
                  </a:lnTo>
                  <a:lnTo>
                    <a:pt x="145560" y="2607541"/>
                  </a:lnTo>
                  <a:lnTo>
                    <a:pt x="128470" y="2565542"/>
                  </a:lnTo>
                  <a:lnTo>
                    <a:pt x="112379" y="2523050"/>
                  </a:lnTo>
                  <a:lnTo>
                    <a:pt x="97301" y="2480081"/>
                  </a:lnTo>
                  <a:lnTo>
                    <a:pt x="83251" y="2436649"/>
                  </a:lnTo>
                  <a:lnTo>
                    <a:pt x="70242" y="2392767"/>
                  </a:lnTo>
                  <a:lnTo>
                    <a:pt x="58290" y="2348450"/>
                  </a:lnTo>
                  <a:lnTo>
                    <a:pt x="47408" y="2303712"/>
                  </a:lnTo>
                  <a:lnTo>
                    <a:pt x="37611" y="2258567"/>
                  </a:lnTo>
                  <a:lnTo>
                    <a:pt x="28912" y="2213029"/>
                  </a:lnTo>
                  <a:lnTo>
                    <a:pt x="21327" y="2167112"/>
                  </a:lnTo>
                  <a:lnTo>
                    <a:pt x="14870" y="2120831"/>
                  </a:lnTo>
                  <a:lnTo>
                    <a:pt x="9555" y="2074199"/>
                  </a:lnTo>
                  <a:lnTo>
                    <a:pt x="5396" y="2027231"/>
                  </a:lnTo>
                  <a:lnTo>
                    <a:pt x="2407" y="1979940"/>
                  </a:lnTo>
                  <a:lnTo>
                    <a:pt x="604" y="1932342"/>
                  </a:lnTo>
                  <a:lnTo>
                    <a:pt x="0" y="1884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61218" y="1275923"/>
            <a:ext cx="1762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Artificial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Intelligence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71683" y="1658096"/>
            <a:ext cx="3303270" cy="3256915"/>
            <a:chOff x="5071683" y="1658096"/>
            <a:chExt cx="3303270" cy="32569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1683" y="1658096"/>
              <a:ext cx="3302701" cy="32568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88700" y="1805549"/>
              <a:ext cx="2807970" cy="2761615"/>
            </a:xfrm>
            <a:custGeom>
              <a:avLst/>
              <a:gdLst/>
              <a:ahLst/>
              <a:cxnLst/>
              <a:rect l="l" t="t" r="r" b="b"/>
              <a:pathLst>
                <a:path w="2807970" h="2761615">
                  <a:moveTo>
                    <a:pt x="1403699" y="2761499"/>
                  </a:moveTo>
                  <a:lnTo>
                    <a:pt x="1355442" y="2760699"/>
                  </a:lnTo>
                  <a:lnTo>
                    <a:pt x="1307594" y="2758314"/>
                  </a:lnTo>
                  <a:lnTo>
                    <a:pt x="1260179" y="2754371"/>
                  </a:lnTo>
                  <a:lnTo>
                    <a:pt x="1213226" y="2748895"/>
                  </a:lnTo>
                  <a:lnTo>
                    <a:pt x="1166759" y="2741912"/>
                  </a:lnTo>
                  <a:lnTo>
                    <a:pt x="1120805" y="2733448"/>
                  </a:lnTo>
                  <a:lnTo>
                    <a:pt x="1075390" y="2723528"/>
                  </a:lnTo>
                  <a:lnTo>
                    <a:pt x="1030540" y="2712178"/>
                  </a:lnTo>
                  <a:lnTo>
                    <a:pt x="986282" y="2699424"/>
                  </a:lnTo>
                  <a:lnTo>
                    <a:pt x="942641" y="2685291"/>
                  </a:lnTo>
                  <a:lnTo>
                    <a:pt x="899644" y="2669806"/>
                  </a:lnTo>
                  <a:lnTo>
                    <a:pt x="857316" y="2652993"/>
                  </a:lnTo>
                  <a:lnTo>
                    <a:pt x="815684" y="2634879"/>
                  </a:lnTo>
                  <a:lnTo>
                    <a:pt x="774774" y="2615490"/>
                  </a:lnTo>
                  <a:lnTo>
                    <a:pt x="734613" y="2594850"/>
                  </a:lnTo>
                  <a:lnTo>
                    <a:pt x="695225" y="2572987"/>
                  </a:lnTo>
                  <a:lnTo>
                    <a:pt x="656638" y="2549924"/>
                  </a:lnTo>
                  <a:lnTo>
                    <a:pt x="618877" y="2525689"/>
                  </a:lnTo>
                  <a:lnTo>
                    <a:pt x="581969" y="2500307"/>
                  </a:lnTo>
                  <a:lnTo>
                    <a:pt x="545940" y="2473803"/>
                  </a:lnTo>
                  <a:lnTo>
                    <a:pt x="510816" y="2446203"/>
                  </a:lnTo>
                  <a:lnTo>
                    <a:pt x="476623" y="2417534"/>
                  </a:lnTo>
                  <a:lnTo>
                    <a:pt x="443386" y="2387820"/>
                  </a:lnTo>
                  <a:lnTo>
                    <a:pt x="411134" y="2357087"/>
                  </a:lnTo>
                  <a:lnTo>
                    <a:pt x="379890" y="2325362"/>
                  </a:lnTo>
                  <a:lnTo>
                    <a:pt x="349682" y="2292669"/>
                  </a:lnTo>
                  <a:lnTo>
                    <a:pt x="320536" y="2259035"/>
                  </a:lnTo>
                  <a:lnTo>
                    <a:pt x="292478" y="2224485"/>
                  </a:lnTo>
                  <a:lnTo>
                    <a:pt x="265534" y="2189045"/>
                  </a:lnTo>
                  <a:lnTo>
                    <a:pt x="239729" y="2152740"/>
                  </a:lnTo>
                  <a:lnTo>
                    <a:pt x="215091" y="2115597"/>
                  </a:lnTo>
                  <a:lnTo>
                    <a:pt x="191646" y="2077640"/>
                  </a:lnTo>
                  <a:lnTo>
                    <a:pt x="169418" y="2038897"/>
                  </a:lnTo>
                  <a:lnTo>
                    <a:pt x="148436" y="1999392"/>
                  </a:lnTo>
                  <a:lnTo>
                    <a:pt x="128724" y="1959151"/>
                  </a:lnTo>
                  <a:lnTo>
                    <a:pt x="110309" y="1918200"/>
                  </a:lnTo>
                  <a:lnTo>
                    <a:pt x="93217" y="1876564"/>
                  </a:lnTo>
                  <a:lnTo>
                    <a:pt x="77475" y="1834270"/>
                  </a:lnTo>
                  <a:lnTo>
                    <a:pt x="63107" y="1791342"/>
                  </a:lnTo>
                  <a:lnTo>
                    <a:pt x="50141" y="1747808"/>
                  </a:lnTo>
                  <a:lnTo>
                    <a:pt x="38603" y="1703691"/>
                  </a:lnTo>
                  <a:lnTo>
                    <a:pt x="28518" y="1659019"/>
                  </a:lnTo>
                  <a:lnTo>
                    <a:pt x="19913" y="1613816"/>
                  </a:lnTo>
                  <a:lnTo>
                    <a:pt x="12814" y="1568109"/>
                  </a:lnTo>
                  <a:lnTo>
                    <a:pt x="7247" y="1521923"/>
                  </a:lnTo>
                  <a:lnTo>
                    <a:pt x="3238" y="1475284"/>
                  </a:lnTo>
                  <a:lnTo>
                    <a:pt x="813" y="1428218"/>
                  </a:lnTo>
                  <a:lnTo>
                    <a:pt x="0" y="1380749"/>
                  </a:lnTo>
                  <a:lnTo>
                    <a:pt x="813" y="1333281"/>
                  </a:lnTo>
                  <a:lnTo>
                    <a:pt x="3238" y="1286215"/>
                  </a:lnTo>
                  <a:lnTo>
                    <a:pt x="7247" y="1239576"/>
                  </a:lnTo>
                  <a:lnTo>
                    <a:pt x="12814" y="1193390"/>
                  </a:lnTo>
                  <a:lnTo>
                    <a:pt x="19913" y="1147683"/>
                  </a:lnTo>
                  <a:lnTo>
                    <a:pt x="28518" y="1102480"/>
                  </a:lnTo>
                  <a:lnTo>
                    <a:pt x="38603" y="1057808"/>
                  </a:lnTo>
                  <a:lnTo>
                    <a:pt x="50141" y="1013691"/>
                  </a:lnTo>
                  <a:lnTo>
                    <a:pt x="63107" y="970157"/>
                  </a:lnTo>
                  <a:lnTo>
                    <a:pt x="77475" y="927229"/>
                  </a:lnTo>
                  <a:lnTo>
                    <a:pt x="93217" y="884935"/>
                  </a:lnTo>
                  <a:lnTo>
                    <a:pt x="110309" y="843299"/>
                  </a:lnTo>
                  <a:lnTo>
                    <a:pt x="128724" y="802348"/>
                  </a:lnTo>
                  <a:lnTo>
                    <a:pt x="148436" y="762107"/>
                  </a:lnTo>
                  <a:lnTo>
                    <a:pt x="169418" y="722602"/>
                  </a:lnTo>
                  <a:lnTo>
                    <a:pt x="191646" y="683858"/>
                  </a:lnTo>
                  <a:lnTo>
                    <a:pt x="215091" y="645902"/>
                  </a:lnTo>
                  <a:lnTo>
                    <a:pt x="239729" y="608759"/>
                  </a:lnTo>
                  <a:lnTo>
                    <a:pt x="265534" y="572454"/>
                  </a:lnTo>
                  <a:lnTo>
                    <a:pt x="292478" y="537014"/>
                  </a:lnTo>
                  <a:lnTo>
                    <a:pt x="320536" y="502464"/>
                  </a:lnTo>
                  <a:lnTo>
                    <a:pt x="349682" y="468830"/>
                  </a:lnTo>
                  <a:lnTo>
                    <a:pt x="379890" y="436137"/>
                  </a:lnTo>
                  <a:lnTo>
                    <a:pt x="411134" y="404412"/>
                  </a:lnTo>
                  <a:lnTo>
                    <a:pt x="443386" y="373679"/>
                  </a:lnTo>
                  <a:lnTo>
                    <a:pt x="476623" y="343965"/>
                  </a:lnTo>
                  <a:lnTo>
                    <a:pt x="510816" y="315296"/>
                  </a:lnTo>
                  <a:lnTo>
                    <a:pt x="545940" y="287696"/>
                  </a:lnTo>
                  <a:lnTo>
                    <a:pt x="581969" y="261192"/>
                  </a:lnTo>
                  <a:lnTo>
                    <a:pt x="618877" y="235810"/>
                  </a:lnTo>
                  <a:lnTo>
                    <a:pt x="656638" y="211575"/>
                  </a:lnTo>
                  <a:lnTo>
                    <a:pt x="695225" y="188512"/>
                  </a:lnTo>
                  <a:lnTo>
                    <a:pt x="734613" y="166649"/>
                  </a:lnTo>
                  <a:lnTo>
                    <a:pt x="774774" y="146009"/>
                  </a:lnTo>
                  <a:lnTo>
                    <a:pt x="815684" y="126620"/>
                  </a:lnTo>
                  <a:lnTo>
                    <a:pt x="857316" y="108506"/>
                  </a:lnTo>
                  <a:lnTo>
                    <a:pt x="899644" y="91693"/>
                  </a:lnTo>
                  <a:lnTo>
                    <a:pt x="942641" y="76208"/>
                  </a:lnTo>
                  <a:lnTo>
                    <a:pt x="986282" y="62075"/>
                  </a:lnTo>
                  <a:lnTo>
                    <a:pt x="1030540" y="49321"/>
                  </a:lnTo>
                  <a:lnTo>
                    <a:pt x="1075390" y="37971"/>
                  </a:lnTo>
                  <a:lnTo>
                    <a:pt x="1120805" y="28051"/>
                  </a:lnTo>
                  <a:lnTo>
                    <a:pt x="1166759" y="19587"/>
                  </a:lnTo>
                  <a:lnTo>
                    <a:pt x="1213226" y="12604"/>
                  </a:lnTo>
                  <a:lnTo>
                    <a:pt x="1260179" y="7128"/>
                  </a:lnTo>
                  <a:lnTo>
                    <a:pt x="1307594" y="3185"/>
                  </a:lnTo>
                  <a:lnTo>
                    <a:pt x="1355442" y="800"/>
                  </a:lnTo>
                  <a:lnTo>
                    <a:pt x="1403699" y="0"/>
                  </a:lnTo>
                  <a:lnTo>
                    <a:pt x="1448837" y="800"/>
                  </a:lnTo>
                  <a:lnTo>
                    <a:pt x="1452522" y="800"/>
                  </a:lnTo>
                  <a:lnTo>
                    <a:pt x="1504795" y="3582"/>
                  </a:lnTo>
                  <a:lnTo>
                    <a:pt x="1554948" y="8033"/>
                  </a:lnTo>
                  <a:lnTo>
                    <a:pt x="1604779" y="14234"/>
                  </a:lnTo>
                  <a:lnTo>
                    <a:pt x="1654245" y="22166"/>
                  </a:lnTo>
                  <a:lnTo>
                    <a:pt x="1703300" y="31811"/>
                  </a:lnTo>
                  <a:lnTo>
                    <a:pt x="1751901" y="43151"/>
                  </a:lnTo>
                  <a:lnTo>
                    <a:pt x="1800003" y="56168"/>
                  </a:lnTo>
                  <a:lnTo>
                    <a:pt x="1847561" y="70845"/>
                  </a:lnTo>
                  <a:lnTo>
                    <a:pt x="1894533" y="87162"/>
                  </a:lnTo>
                  <a:lnTo>
                    <a:pt x="1940872" y="105103"/>
                  </a:lnTo>
                  <a:lnTo>
                    <a:pt x="1986536" y="124648"/>
                  </a:lnTo>
                  <a:lnTo>
                    <a:pt x="2031480" y="145781"/>
                  </a:lnTo>
                  <a:lnTo>
                    <a:pt x="2075659" y="168482"/>
                  </a:lnTo>
                  <a:lnTo>
                    <a:pt x="2119030" y="192735"/>
                  </a:lnTo>
                  <a:lnTo>
                    <a:pt x="2161548" y="218520"/>
                  </a:lnTo>
                  <a:lnTo>
                    <a:pt x="2203168" y="245820"/>
                  </a:lnTo>
                  <a:lnTo>
                    <a:pt x="2243847" y="274617"/>
                  </a:lnTo>
                  <a:lnTo>
                    <a:pt x="2283541" y="304892"/>
                  </a:lnTo>
                  <a:lnTo>
                    <a:pt x="2322205" y="336629"/>
                  </a:lnTo>
                  <a:lnTo>
                    <a:pt x="2359794" y="369808"/>
                  </a:lnTo>
                  <a:lnTo>
                    <a:pt x="2396265" y="404412"/>
                  </a:lnTo>
                  <a:lnTo>
                    <a:pt x="2431444" y="440286"/>
                  </a:lnTo>
                  <a:lnTo>
                    <a:pt x="2465175" y="477261"/>
                  </a:lnTo>
                  <a:lnTo>
                    <a:pt x="2497439" y="515293"/>
                  </a:lnTo>
                  <a:lnTo>
                    <a:pt x="2528218" y="554337"/>
                  </a:lnTo>
                  <a:lnTo>
                    <a:pt x="2557493" y="594352"/>
                  </a:lnTo>
                  <a:lnTo>
                    <a:pt x="2585247" y="635292"/>
                  </a:lnTo>
                  <a:lnTo>
                    <a:pt x="2611461" y="677114"/>
                  </a:lnTo>
                  <a:lnTo>
                    <a:pt x="2636116" y="719776"/>
                  </a:lnTo>
                  <a:lnTo>
                    <a:pt x="2659195" y="763233"/>
                  </a:lnTo>
                  <a:lnTo>
                    <a:pt x="2680679" y="807442"/>
                  </a:lnTo>
                  <a:lnTo>
                    <a:pt x="2700549" y="852359"/>
                  </a:lnTo>
                  <a:lnTo>
                    <a:pt x="2718788" y="897941"/>
                  </a:lnTo>
                  <a:lnTo>
                    <a:pt x="2735377" y="944145"/>
                  </a:lnTo>
                  <a:lnTo>
                    <a:pt x="2750297" y="990926"/>
                  </a:lnTo>
                  <a:lnTo>
                    <a:pt x="2763531" y="1038241"/>
                  </a:lnTo>
                  <a:lnTo>
                    <a:pt x="2775059" y="1086047"/>
                  </a:lnTo>
                  <a:lnTo>
                    <a:pt x="2784865" y="1134300"/>
                  </a:lnTo>
                  <a:lnTo>
                    <a:pt x="2792928" y="1182957"/>
                  </a:lnTo>
                  <a:lnTo>
                    <a:pt x="2799232" y="1231974"/>
                  </a:lnTo>
                  <a:lnTo>
                    <a:pt x="2803757" y="1281307"/>
                  </a:lnTo>
                  <a:lnTo>
                    <a:pt x="2806486" y="1330914"/>
                  </a:lnTo>
                  <a:lnTo>
                    <a:pt x="2807399" y="1380749"/>
                  </a:lnTo>
                  <a:lnTo>
                    <a:pt x="2806586" y="1428218"/>
                  </a:lnTo>
                  <a:lnTo>
                    <a:pt x="2804161" y="1475284"/>
                  </a:lnTo>
                  <a:lnTo>
                    <a:pt x="2800152" y="1521923"/>
                  </a:lnTo>
                  <a:lnTo>
                    <a:pt x="2794585" y="1568109"/>
                  </a:lnTo>
                  <a:lnTo>
                    <a:pt x="2787486" y="1613816"/>
                  </a:lnTo>
                  <a:lnTo>
                    <a:pt x="2778881" y="1659019"/>
                  </a:lnTo>
                  <a:lnTo>
                    <a:pt x="2768796" y="1703691"/>
                  </a:lnTo>
                  <a:lnTo>
                    <a:pt x="2757258" y="1747808"/>
                  </a:lnTo>
                  <a:lnTo>
                    <a:pt x="2744292" y="1791342"/>
                  </a:lnTo>
                  <a:lnTo>
                    <a:pt x="2729924" y="1834270"/>
                  </a:lnTo>
                  <a:lnTo>
                    <a:pt x="2714182" y="1876564"/>
                  </a:lnTo>
                  <a:lnTo>
                    <a:pt x="2697090" y="1918200"/>
                  </a:lnTo>
                  <a:lnTo>
                    <a:pt x="2678675" y="1959151"/>
                  </a:lnTo>
                  <a:lnTo>
                    <a:pt x="2658963" y="1999392"/>
                  </a:lnTo>
                  <a:lnTo>
                    <a:pt x="2637981" y="2038897"/>
                  </a:lnTo>
                  <a:lnTo>
                    <a:pt x="2615753" y="2077640"/>
                  </a:lnTo>
                  <a:lnTo>
                    <a:pt x="2592308" y="2115597"/>
                  </a:lnTo>
                  <a:lnTo>
                    <a:pt x="2567670" y="2152740"/>
                  </a:lnTo>
                  <a:lnTo>
                    <a:pt x="2541865" y="2189045"/>
                  </a:lnTo>
                  <a:lnTo>
                    <a:pt x="2514921" y="2224485"/>
                  </a:lnTo>
                  <a:lnTo>
                    <a:pt x="2486863" y="2259035"/>
                  </a:lnTo>
                  <a:lnTo>
                    <a:pt x="2457717" y="2292669"/>
                  </a:lnTo>
                  <a:lnTo>
                    <a:pt x="2427509" y="2325362"/>
                  </a:lnTo>
                  <a:lnTo>
                    <a:pt x="2396265" y="2357087"/>
                  </a:lnTo>
                  <a:lnTo>
                    <a:pt x="2364013" y="2387820"/>
                  </a:lnTo>
                  <a:lnTo>
                    <a:pt x="2330776" y="2417534"/>
                  </a:lnTo>
                  <a:lnTo>
                    <a:pt x="2296583" y="2446203"/>
                  </a:lnTo>
                  <a:lnTo>
                    <a:pt x="2261459" y="2473803"/>
                  </a:lnTo>
                  <a:lnTo>
                    <a:pt x="2225430" y="2500307"/>
                  </a:lnTo>
                  <a:lnTo>
                    <a:pt x="2188522" y="2525689"/>
                  </a:lnTo>
                  <a:lnTo>
                    <a:pt x="2150761" y="2549924"/>
                  </a:lnTo>
                  <a:lnTo>
                    <a:pt x="2112174" y="2572987"/>
                  </a:lnTo>
                  <a:lnTo>
                    <a:pt x="2072786" y="2594850"/>
                  </a:lnTo>
                  <a:lnTo>
                    <a:pt x="2032625" y="2615490"/>
                  </a:lnTo>
                  <a:lnTo>
                    <a:pt x="1991715" y="2634879"/>
                  </a:lnTo>
                  <a:lnTo>
                    <a:pt x="1950083" y="2652993"/>
                  </a:lnTo>
                  <a:lnTo>
                    <a:pt x="1907755" y="2669806"/>
                  </a:lnTo>
                  <a:lnTo>
                    <a:pt x="1864758" y="2685291"/>
                  </a:lnTo>
                  <a:lnTo>
                    <a:pt x="1821117" y="2699424"/>
                  </a:lnTo>
                  <a:lnTo>
                    <a:pt x="1776859" y="2712178"/>
                  </a:lnTo>
                  <a:lnTo>
                    <a:pt x="1732009" y="2723528"/>
                  </a:lnTo>
                  <a:lnTo>
                    <a:pt x="1686594" y="2733448"/>
                  </a:lnTo>
                  <a:lnTo>
                    <a:pt x="1640640" y="2741912"/>
                  </a:lnTo>
                  <a:lnTo>
                    <a:pt x="1594173" y="2748895"/>
                  </a:lnTo>
                  <a:lnTo>
                    <a:pt x="1547220" y="2754371"/>
                  </a:lnTo>
                  <a:lnTo>
                    <a:pt x="1499805" y="2758314"/>
                  </a:lnTo>
                  <a:lnTo>
                    <a:pt x="1451957" y="2760699"/>
                  </a:lnTo>
                  <a:lnTo>
                    <a:pt x="1403699" y="27614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88700" y="1805549"/>
              <a:ext cx="2807970" cy="2761615"/>
            </a:xfrm>
            <a:custGeom>
              <a:avLst/>
              <a:gdLst/>
              <a:ahLst/>
              <a:cxnLst/>
              <a:rect l="l" t="t" r="r" b="b"/>
              <a:pathLst>
                <a:path w="2807970" h="2761615">
                  <a:moveTo>
                    <a:pt x="0" y="1380749"/>
                  </a:moveTo>
                  <a:lnTo>
                    <a:pt x="813" y="1333281"/>
                  </a:lnTo>
                  <a:lnTo>
                    <a:pt x="3238" y="1286215"/>
                  </a:lnTo>
                  <a:lnTo>
                    <a:pt x="7247" y="1239576"/>
                  </a:lnTo>
                  <a:lnTo>
                    <a:pt x="12814" y="1193390"/>
                  </a:lnTo>
                  <a:lnTo>
                    <a:pt x="19913" y="1147683"/>
                  </a:lnTo>
                  <a:lnTo>
                    <a:pt x="28518" y="1102480"/>
                  </a:lnTo>
                  <a:lnTo>
                    <a:pt x="38603" y="1057808"/>
                  </a:lnTo>
                  <a:lnTo>
                    <a:pt x="50141" y="1013691"/>
                  </a:lnTo>
                  <a:lnTo>
                    <a:pt x="63107" y="970157"/>
                  </a:lnTo>
                  <a:lnTo>
                    <a:pt x="77475" y="927229"/>
                  </a:lnTo>
                  <a:lnTo>
                    <a:pt x="93217" y="884935"/>
                  </a:lnTo>
                  <a:lnTo>
                    <a:pt x="110309" y="843299"/>
                  </a:lnTo>
                  <a:lnTo>
                    <a:pt x="128724" y="802348"/>
                  </a:lnTo>
                  <a:lnTo>
                    <a:pt x="148436" y="762107"/>
                  </a:lnTo>
                  <a:lnTo>
                    <a:pt x="169418" y="722602"/>
                  </a:lnTo>
                  <a:lnTo>
                    <a:pt x="191646" y="683858"/>
                  </a:lnTo>
                  <a:lnTo>
                    <a:pt x="215091" y="645902"/>
                  </a:lnTo>
                  <a:lnTo>
                    <a:pt x="239729" y="608759"/>
                  </a:lnTo>
                  <a:lnTo>
                    <a:pt x="265534" y="572454"/>
                  </a:lnTo>
                  <a:lnTo>
                    <a:pt x="292478" y="537014"/>
                  </a:lnTo>
                  <a:lnTo>
                    <a:pt x="320536" y="502464"/>
                  </a:lnTo>
                  <a:lnTo>
                    <a:pt x="349682" y="468830"/>
                  </a:lnTo>
                  <a:lnTo>
                    <a:pt x="379890" y="436137"/>
                  </a:lnTo>
                  <a:lnTo>
                    <a:pt x="411134" y="404412"/>
                  </a:lnTo>
                  <a:lnTo>
                    <a:pt x="443386" y="373679"/>
                  </a:lnTo>
                  <a:lnTo>
                    <a:pt x="476623" y="343965"/>
                  </a:lnTo>
                  <a:lnTo>
                    <a:pt x="510816" y="315296"/>
                  </a:lnTo>
                  <a:lnTo>
                    <a:pt x="545940" y="287696"/>
                  </a:lnTo>
                  <a:lnTo>
                    <a:pt x="581969" y="261192"/>
                  </a:lnTo>
                  <a:lnTo>
                    <a:pt x="618877" y="235810"/>
                  </a:lnTo>
                  <a:lnTo>
                    <a:pt x="656638" y="211575"/>
                  </a:lnTo>
                  <a:lnTo>
                    <a:pt x="695225" y="188512"/>
                  </a:lnTo>
                  <a:lnTo>
                    <a:pt x="734613" y="166649"/>
                  </a:lnTo>
                  <a:lnTo>
                    <a:pt x="774774" y="146009"/>
                  </a:lnTo>
                  <a:lnTo>
                    <a:pt x="815684" y="126620"/>
                  </a:lnTo>
                  <a:lnTo>
                    <a:pt x="857316" y="108506"/>
                  </a:lnTo>
                  <a:lnTo>
                    <a:pt x="899644" y="91693"/>
                  </a:lnTo>
                  <a:lnTo>
                    <a:pt x="942641" y="76208"/>
                  </a:lnTo>
                  <a:lnTo>
                    <a:pt x="986282" y="62075"/>
                  </a:lnTo>
                  <a:lnTo>
                    <a:pt x="1030540" y="49321"/>
                  </a:lnTo>
                  <a:lnTo>
                    <a:pt x="1075390" y="37971"/>
                  </a:lnTo>
                  <a:lnTo>
                    <a:pt x="1120805" y="28051"/>
                  </a:lnTo>
                  <a:lnTo>
                    <a:pt x="1166759" y="19587"/>
                  </a:lnTo>
                  <a:lnTo>
                    <a:pt x="1213226" y="12604"/>
                  </a:lnTo>
                  <a:lnTo>
                    <a:pt x="1260179" y="7128"/>
                  </a:lnTo>
                  <a:lnTo>
                    <a:pt x="1307594" y="3185"/>
                  </a:lnTo>
                  <a:lnTo>
                    <a:pt x="1355442" y="800"/>
                  </a:lnTo>
                  <a:lnTo>
                    <a:pt x="1403699" y="0"/>
                  </a:lnTo>
                  <a:lnTo>
                    <a:pt x="1454364" y="898"/>
                  </a:lnTo>
                  <a:lnTo>
                    <a:pt x="1504795" y="3582"/>
                  </a:lnTo>
                  <a:lnTo>
                    <a:pt x="1554948" y="8033"/>
                  </a:lnTo>
                  <a:lnTo>
                    <a:pt x="1604779" y="14234"/>
                  </a:lnTo>
                  <a:lnTo>
                    <a:pt x="1654245" y="22166"/>
                  </a:lnTo>
                  <a:lnTo>
                    <a:pt x="1703300" y="31811"/>
                  </a:lnTo>
                  <a:lnTo>
                    <a:pt x="1751901" y="43151"/>
                  </a:lnTo>
                  <a:lnTo>
                    <a:pt x="1800003" y="56168"/>
                  </a:lnTo>
                  <a:lnTo>
                    <a:pt x="1847561" y="70845"/>
                  </a:lnTo>
                  <a:lnTo>
                    <a:pt x="1894533" y="87162"/>
                  </a:lnTo>
                  <a:lnTo>
                    <a:pt x="1940872" y="105103"/>
                  </a:lnTo>
                  <a:lnTo>
                    <a:pt x="1986536" y="124648"/>
                  </a:lnTo>
                  <a:lnTo>
                    <a:pt x="2031480" y="145781"/>
                  </a:lnTo>
                  <a:lnTo>
                    <a:pt x="2075659" y="168482"/>
                  </a:lnTo>
                  <a:lnTo>
                    <a:pt x="2119030" y="192735"/>
                  </a:lnTo>
                  <a:lnTo>
                    <a:pt x="2161548" y="218520"/>
                  </a:lnTo>
                  <a:lnTo>
                    <a:pt x="2203168" y="245820"/>
                  </a:lnTo>
                  <a:lnTo>
                    <a:pt x="2243847" y="274617"/>
                  </a:lnTo>
                  <a:lnTo>
                    <a:pt x="2283541" y="304892"/>
                  </a:lnTo>
                  <a:lnTo>
                    <a:pt x="2322205" y="336629"/>
                  </a:lnTo>
                  <a:lnTo>
                    <a:pt x="2359794" y="369808"/>
                  </a:lnTo>
                  <a:lnTo>
                    <a:pt x="2396265" y="404412"/>
                  </a:lnTo>
                  <a:lnTo>
                    <a:pt x="2431444" y="440286"/>
                  </a:lnTo>
                  <a:lnTo>
                    <a:pt x="2465175" y="477261"/>
                  </a:lnTo>
                  <a:lnTo>
                    <a:pt x="2497439" y="515293"/>
                  </a:lnTo>
                  <a:lnTo>
                    <a:pt x="2528218" y="554337"/>
                  </a:lnTo>
                  <a:lnTo>
                    <a:pt x="2557493" y="594352"/>
                  </a:lnTo>
                  <a:lnTo>
                    <a:pt x="2585247" y="635292"/>
                  </a:lnTo>
                  <a:lnTo>
                    <a:pt x="2611461" y="677114"/>
                  </a:lnTo>
                  <a:lnTo>
                    <a:pt x="2636116" y="719776"/>
                  </a:lnTo>
                  <a:lnTo>
                    <a:pt x="2659195" y="763233"/>
                  </a:lnTo>
                  <a:lnTo>
                    <a:pt x="2680679" y="807442"/>
                  </a:lnTo>
                  <a:lnTo>
                    <a:pt x="2700549" y="852359"/>
                  </a:lnTo>
                  <a:lnTo>
                    <a:pt x="2718788" y="897941"/>
                  </a:lnTo>
                  <a:lnTo>
                    <a:pt x="2735377" y="944145"/>
                  </a:lnTo>
                  <a:lnTo>
                    <a:pt x="2750297" y="990926"/>
                  </a:lnTo>
                  <a:lnTo>
                    <a:pt x="2763531" y="1038241"/>
                  </a:lnTo>
                  <a:lnTo>
                    <a:pt x="2775059" y="1086047"/>
                  </a:lnTo>
                  <a:lnTo>
                    <a:pt x="2784865" y="1134300"/>
                  </a:lnTo>
                  <a:lnTo>
                    <a:pt x="2792928" y="1182957"/>
                  </a:lnTo>
                  <a:lnTo>
                    <a:pt x="2799232" y="1231974"/>
                  </a:lnTo>
                  <a:lnTo>
                    <a:pt x="2803757" y="1281307"/>
                  </a:lnTo>
                  <a:lnTo>
                    <a:pt x="2806486" y="1330914"/>
                  </a:lnTo>
                  <a:lnTo>
                    <a:pt x="2807399" y="1380749"/>
                  </a:lnTo>
                  <a:lnTo>
                    <a:pt x="2806586" y="1428218"/>
                  </a:lnTo>
                  <a:lnTo>
                    <a:pt x="2804161" y="1475284"/>
                  </a:lnTo>
                  <a:lnTo>
                    <a:pt x="2800152" y="1521923"/>
                  </a:lnTo>
                  <a:lnTo>
                    <a:pt x="2794585" y="1568109"/>
                  </a:lnTo>
                  <a:lnTo>
                    <a:pt x="2787486" y="1613816"/>
                  </a:lnTo>
                  <a:lnTo>
                    <a:pt x="2778881" y="1659019"/>
                  </a:lnTo>
                  <a:lnTo>
                    <a:pt x="2768796" y="1703691"/>
                  </a:lnTo>
                  <a:lnTo>
                    <a:pt x="2757258" y="1747808"/>
                  </a:lnTo>
                  <a:lnTo>
                    <a:pt x="2744292" y="1791342"/>
                  </a:lnTo>
                  <a:lnTo>
                    <a:pt x="2729924" y="1834270"/>
                  </a:lnTo>
                  <a:lnTo>
                    <a:pt x="2714182" y="1876564"/>
                  </a:lnTo>
                  <a:lnTo>
                    <a:pt x="2697090" y="1918200"/>
                  </a:lnTo>
                  <a:lnTo>
                    <a:pt x="2678675" y="1959151"/>
                  </a:lnTo>
                  <a:lnTo>
                    <a:pt x="2658963" y="1999392"/>
                  </a:lnTo>
                  <a:lnTo>
                    <a:pt x="2637981" y="2038897"/>
                  </a:lnTo>
                  <a:lnTo>
                    <a:pt x="2615753" y="2077640"/>
                  </a:lnTo>
                  <a:lnTo>
                    <a:pt x="2592308" y="2115597"/>
                  </a:lnTo>
                  <a:lnTo>
                    <a:pt x="2567670" y="2152740"/>
                  </a:lnTo>
                  <a:lnTo>
                    <a:pt x="2541865" y="2189045"/>
                  </a:lnTo>
                  <a:lnTo>
                    <a:pt x="2514921" y="2224485"/>
                  </a:lnTo>
                  <a:lnTo>
                    <a:pt x="2486863" y="2259035"/>
                  </a:lnTo>
                  <a:lnTo>
                    <a:pt x="2457717" y="2292669"/>
                  </a:lnTo>
                  <a:lnTo>
                    <a:pt x="2427509" y="2325362"/>
                  </a:lnTo>
                  <a:lnTo>
                    <a:pt x="2396265" y="2357087"/>
                  </a:lnTo>
                  <a:lnTo>
                    <a:pt x="2364013" y="2387820"/>
                  </a:lnTo>
                  <a:lnTo>
                    <a:pt x="2330776" y="2417534"/>
                  </a:lnTo>
                  <a:lnTo>
                    <a:pt x="2296583" y="2446203"/>
                  </a:lnTo>
                  <a:lnTo>
                    <a:pt x="2261459" y="2473803"/>
                  </a:lnTo>
                  <a:lnTo>
                    <a:pt x="2225430" y="2500307"/>
                  </a:lnTo>
                  <a:lnTo>
                    <a:pt x="2188522" y="2525689"/>
                  </a:lnTo>
                  <a:lnTo>
                    <a:pt x="2150761" y="2549924"/>
                  </a:lnTo>
                  <a:lnTo>
                    <a:pt x="2112174" y="2572987"/>
                  </a:lnTo>
                  <a:lnTo>
                    <a:pt x="2072786" y="2594850"/>
                  </a:lnTo>
                  <a:lnTo>
                    <a:pt x="2032625" y="2615490"/>
                  </a:lnTo>
                  <a:lnTo>
                    <a:pt x="1991715" y="2634879"/>
                  </a:lnTo>
                  <a:lnTo>
                    <a:pt x="1950083" y="2652993"/>
                  </a:lnTo>
                  <a:lnTo>
                    <a:pt x="1907755" y="2669806"/>
                  </a:lnTo>
                  <a:lnTo>
                    <a:pt x="1864758" y="2685291"/>
                  </a:lnTo>
                  <a:lnTo>
                    <a:pt x="1821117" y="2699424"/>
                  </a:lnTo>
                  <a:lnTo>
                    <a:pt x="1776859" y="2712178"/>
                  </a:lnTo>
                  <a:lnTo>
                    <a:pt x="1732009" y="2723528"/>
                  </a:lnTo>
                  <a:lnTo>
                    <a:pt x="1686594" y="2733448"/>
                  </a:lnTo>
                  <a:lnTo>
                    <a:pt x="1640640" y="2741912"/>
                  </a:lnTo>
                  <a:lnTo>
                    <a:pt x="1594173" y="2748895"/>
                  </a:lnTo>
                  <a:lnTo>
                    <a:pt x="1547220" y="2754371"/>
                  </a:lnTo>
                  <a:lnTo>
                    <a:pt x="1499805" y="2758314"/>
                  </a:lnTo>
                  <a:lnTo>
                    <a:pt x="1451957" y="2760699"/>
                  </a:lnTo>
                  <a:lnTo>
                    <a:pt x="1403699" y="2761499"/>
                  </a:lnTo>
                  <a:lnTo>
                    <a:pt x="1355442" y="2760699"/>
                  </a:lnTo>
                  <a:lnTo>
                    <a:pt x="1307594" y="2758314"/>
                  </a:lnTo>
                  <a:lnTo>
                    <a:pt x="1260179" y="2754371"/>
                  </a:lnTo>
                  <a:lnTo>
                    <a:pt x="1213226" y="2748895"/>
                  </a:lnTo>
                  <a:lnTo>
                    <a:pt x="1166759" y="2741912"/>
                  </a:lnTo>
                  <a:lnTo>
                    <a:pt x="1120805" y="2733448"/>
                  </a:lnTo>
                  <a:lnTo>
                    <a:pt x="1075390" y="2723528"/>
                  </a:lnTo>
                  <a:lnTo>
                    <a:pt x="1030540" y="2712178"/>
                  </a:lnTo>
                  <a:lnTo>
                    <a:pt x="986282" y="2699424"/>
                  </a:lnTo>
                  <a:lnTo>
                    <a:pt x="942641" y="2685291"/>
                  </a:lnTo>
                  <a:lnTo>
                    <a:pt x="899644" y="2669806"/>
                  </a:lnTo>
                  <a:lnTo>
                    <a:pt x="857316" y="2652993"/>
                  </a:lnTo>
                  <a:lnTo>
                    <a:pt x="815684" y="2634879"/>
                  </a:lnTo>
                  <a:lnTo>
                    <a:pt x="774774" y="2615490"/>
                  </a:lnTo>
                  <a:lnTo>
                    <a:pt x="734613" y="2594850"/>
                  </a:lnTo>
                  <a:lnTo>
                    <a:pt x="695225" y="2572987"/>
                  </a:lnTo>
                  <a:lnTo>
                    <a:pt x="656638" y="2549924"/>
                  </a:lnTo>
                  <a:lnTo>
                    <a:pt x="618877" y="2525689"/>
                  </a:lnTo>
                  <a:lnTo>
                    <a:pt x="581969" y="2500307"/>
                  </a:lnTo>
                  <a:lnTo>
                    <a:pt x="545940" y="2473803"/>
                  </a:lnTo>
                  <a:lnTo>
                    <a:pt x="510816" y="2446203"/>
                  </a:lnTo>
                  <a:lnTo>
                    <a:pt x="476623" y="2417534"/>
                  </a:lnTo>
                  <a:lnTo>
                    <a:pt x="443386" y="2387820"/>
                  </a:lnTo>
                  <a:lnTo>
                    <a:pt x="411134" y="2357087"/>
                  </a:lnTo>
                  <a:lnTo>
                    <a:pt x="379890" y="2325362"/>
                  </a:lnTo>
                  <a:lnTo>
                    <a:pt x="349682" y="2292669"/>
                  </a:lnTo>
                  <a:lnTo>
                    <a:pt x="320536" y="2259035"/>
                  </a:lnTo>
                  <a:lnTo>
                    <a:pt x="292478" y="2224485"/>
                  </a:lnTo>
                  <a:lnTo>
                    <a:pt x="265534" y="2189045"/>
                  </a:lnTo>
                  <a:lnTo>
                    <a:pt x="239729" y="2152740"/>
                  </a:lnTo>
                  <a:lnTo>
                    <a:pt x="215091" y="2115597"/>
                  </a:lnTo>
                  <a:lnTo>
                    <a:pt x="191646" y="2077640"/>
                  </a:lnTo>
                  <a:lnTo>
                    <a:pt x="169418" y="2038897"/>
                  </a:lnTo>
                  <a:lnTo>
                    <a:pt x="148436" y="1999392"/>
                  </a:lnTo>
                  <a:lnTo>
                    <a:pt x="128724" y="1959151"/>
                  </a:lnTo>
                  <a:lnTo>
                    <a:pt x="110309" y="1918200"/>
                  </a:lnTo>
                  <a:lnTo>
                    <a:pt x="93217" y="1876564"/>
                  </a:lnTo>
                  <a:lnTo>
                    <a:pt x="77475" y="1834270"/>
                  </a:lnTo>
                  <a:lnTo>
                    <a:pt x="63107" y="1791342"/>
                  </a:lnTo>
                  <a:lnTo>
                    <a:pt x="50141" y="1747808"/>
                  </a:lnTo>
                  <a:lnTo>
                    <a:pt x="38603" y="1703691"/>
                  </a:lnTo>
                  <a:lnTo>
                    <a:pt x="28518" y="1659019"/>
                  </a:lnTo>
                  <a:lnTo>
                    <a:pt x="19913" y="1613816"/>
                  </a:lnTo>
                  <a:lnTo>
                    <a:pt x="12814" y="1568109"/>
                  </a:lnTo>
                  <a:lnTo>
                    <a:pt x="7247" y="1521923"/>
                  </a:lnTo>
                  <a:lnTo>
                    <a:pt x="3238" y="1475284"/>
                  </a:lnTo>
                  <a:lnTo>
                    <a:pt x="813" y="1428218"/>
                  </a:lnTo>
                  <a:lnTo>
                    <a:pt x="0" y="13807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24341" y="2206368"/>
            <a:ext cx="1535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Machine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42161" y="2506946"/>
            <a:ext cx="2404745" cy="2379980"/>
            <a:chOff x="5542161" y="2506946"/>
            <a:chExt cx="2404745" cy="237998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2161" y="2506946"/>
              <a:ext cx="2404725" cy="23795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666249" y="2539949"/>
              <a:ext cx="2052320" cy="2027555"/>
            </a:xfrm>
            <a:custGeom>
              <a:avLst/>
              <a:gdLst/>
              <a:ahLst/>
              <a:cxnLst/>
              <a:rect l="l" t="t" r="r" b="b"/>
              <a:pathLst>
                <a:path w="2052320" h="2027554">
                  <a:moveTo>
                    <a:pt x="1026149" y="2027099"/>
                  </a:moveTo>
                  <a:lnTo>
                    <a:pt x="977844" y="2025996"/>
                  </a:lnTo>
                  <a:lnTo>
                    <a:pt x="930113" y="2022719"/>
                  </a:lnTo>
                  <a:lnTo>
                    <a:pt x="883007" y="2017317"/>
                  </a:lnTo>
                  <a:lnTo>
                    <a:pt x="836573" y="2009838"/>
                  </a:lnTo>
                  <a:lnTo>
                    <a:pt x="790863" y="2000331"/>
                  </a:lnTo>
                  <a:lnTo>
                    <a:pt x="745924" y="1988845"/>
                  </a:lnTo>
                  <a:lnTo>
                    <a:pt x="701807" y="1975428"/>
                  </a:lnTo>
                  <a:lnTo>
                    <a:pt x="658560" y="1960129"/>
                  </a:lnTo>
                  <a:lnTo>
                    <a:pt x="616233" y="1942998"/>
                  </a:lnTo>
                  <a:lnTo>
                    <a:pt x="574875" y="1924081"/>
                  </a:lnTo>
                  <a:lnTo>
                    <a:pt x="534535" y="1903429"/>
                  </a:lnTo>
                  <a:lnTo>
                    <a:pt x="495263" y="1881089"/>
                  </a:lnTo>
                  <a:lnTo>
                    <a:pt x="457108" y="1857111"/>
                  </a:lnTo>
                  <a:lnTo>
                    <a:pt x="420119" y="1831543"/>
                  </a:lnTo>
                  <a:lnTo>
                    <a:pt x="384345" y="1804434"/>
                  </a:lnTo>
                  <a:lnTo>
                    <a:pt x="349836" y="1775832"/>
                  </a:lnTo>
                  <a:lnTo>
                    <a:pt x="316641" y="1745787"/>
                  </a:lnTo>
                  <a:lnTo>
                    <a:pt x="284810" y="1714346"/>
                  </a:lnTo>
                  <a:lnTo>
                    <a:pt x="254390" y="1681559"/>
                  </a:lnTo>
                  <a:lnTo>
                    <a:pt x="225433" y="1647473"/>
                  </a:lnTo>
                  <a:lnTo>
                    <a:pt x="197987" y="1612139"/>
                  </a:lnTo>
                  <a:lnTo>
                    <a:pt x="172101" y="1575604"/>
                  </a:lnTo>
                  <a:lnTo>
                    <a:pt x="147825" y="1537917"/>
                  </a:lnTo>
                  <a:lnTo>
                    <a:pt x="125208" y="1499128"/>
                  </a:lnTo>
                  <a:lnTo>
                    <a:pt x="104299" y="1459283"/>
                  </a:lnTo>
                  <a:lnTo>
                    <a:pt x="85147" y="1418433"/>
                  </a:lnTo>
                  <a:lnTo>
                    <a:pt x="67802" y="1376626"/>
                  </a:lnTo>
                  <a:lnTo>
                    <a:pt x="52313" y="1333910"/>
                  </a:lnTo>
                  <a:lnTo>
                    <a:pt x="38730" y="1290334"/>
                  </a:lnTo>
                  <a:lnTo>
                    <a:pt x="27101" y="1245947"/>
                  </a:lnTo>
                  <a:lnTo>
                    <a:pt x="17476" y="1200798"/>
                  </a:lnTo>
                  <a:lnTo>
                    <a:pt x="9904" y="1154935"/>
                  </a:lnTo>
                  <a:lnTo>
                    <a:pt x="4434" y="1108407"/>
                  </a:lnTo>
                  <a:lnTo>
                    <a:pt x="1116" y="1061262"/>
                  </a:lnTo>
                  <a:lnTo>
                    <a:pt x="0" y="1013549"/>
                  </a:lnTo>
                  <a:lnTo>
                    <a:pt x="1116" y="965837"/>
                  </a:lnTo>
                  <a:lnTo>
                    <a:pt x="4434" y="918692"/>
                  </a:lnTo>
                  <a:lnTo>
                    <a:pt x="9904" y="872164"/>
                  </a:lnTo>
                  <a:lnTo>
                    <a:pt x="17476" y="826301"/>
                  </a:lnTo>
                  <a:lnTo>
                    <a:pt x="27101" y="781152"/>
                  </a:lnTo>
                  <a:lnTo>
                    <a:pt x="38730" y="736765"/>
                  </a:lnTo>
                  <a:lnTo>
                    <a:pt x="52313" y="693189"/>
                  </a:lnTo>
                  <a:lnTo>
                    <a:pt x="67802" y="650473"/>
                  </a:lnTo>
                  <a:lnTo>
                    <a:pt x="85147" y="608666"/>
                  </a:lnTo>
                  <a:lnTo>
                    <a:pt x="104299" y="567816"/>
                  </a:lnTo>
                  <a:lnTo>
                    <a:pt x="125208" y="527971"/>
                  </a:lnTo>
                  <a:lnTo>
                    <a:pt x="147825" y="489182"/>
                  </a:lnTo>
                  <a:lnTo>
                    <a:pt x="172101" y="451495"/>
                  </a:lnTo>
                  <a:lnTo>
                    <a:pt x="197987" y="414960"/>
                  </a:lnTo>
                  <a:lnTo>
                    <a:pt x="225433" y="379626"/>
                  </a:lnTo>
                  <a:lnTo>
                    <a:pt x="254390" y="345540"/>
                  </a:lnTo>
                  <a:lnTo>
                    <a:pt x="284810" y="312753"/>
                  </a:lnTo>
                  <a:lnTo>
                    <a:pt x="316641" y="281312"/>
                  </a:lnTo>
                  <a:lnTo>
                    <a:pt x="349836" y="251267"/>
                  </a:lnTo>
                  <a:lnTo>
                    <a:pt x="384345" y="222665"/>
                  </a:lnTo>
                  <a:lnTo>
                    <a:pt x="420119" y="195556"/>
                  </a:lnTo>
                  <a:lnTo>
                    <a:pt x="457108" y="169988"/>
                  </a:lnTo>
                  <a:lnTo>
                    <a:pt x="495263" y="146010"/>
                  </a:lnTo>
                  <a:lnTo>
                    <a:pt x="534535" y="123670"/>
                  </a:lnTo>
                  <a:lnTo>
                    <a:pt x="574875" y="103018"/>
                  </a:lnTo>
                  <a:lnTo>
                    <a:pt x="616233" y="84101"/>
                  </a:lnTo>
                  <a:lnTo>
                    <a:pt x="658560" y="66970"/>
                  </a:lnTo>
                  <a:lnTo>
                    <a:pt x="701807" y="51671"/>
                  </a:lnTo>
                  <a:lnTo>
                    <a:pt x="745924" y="38254"/>
                  </a:lnTo>
                  <a:lnTo>
                    <a:pt x="790863" y="26768"/>
                  </a:lnTo>
                  <a:lnTo>
                    <a:pt x="836573" y="17261"/>
                  </a:lnTo>
                  <a:lnTo>
                    <a:pt x="883007" y="9782"/>
                  </a:lnTo>
                  <a:lnTo>
                    <a:pt x="930113" y="4380"/>
                  </a:lnTo>
                  <a:lnTo>
                    <a:pt x="977844" y="1103"/>
                  </a:lnTo>
                  <a:lnTo>
                    <a:pt x="1026149" y="0"/>
                  </a:lnTo>
                  <a:lnTo>
                    <a:pt x="1077033" y="1245"/>
                  </a:lnTo>
                  <a:lnTo>
                    <a:pt x="1127572" y="4959"/>
                  </a:lnTo>
                  <a:lnTo>
                    <a:pt x="1177681" y="11107"/>
                  </a:lnTo>
                  <a:lnTo>
                    <a:pt x="1227276" y="19655"/>
                  </a:lnTo>
                  <a:lnTo>
                    <a:pt x="1276274" y="30567"/>
                  </a:lnTo>
                  <a:lnTo>
                    <a:pt x="1324590" y="43810"/>
                  </a:lnTo>
                  <a:lnTo>
                    <a:pt x="1372140" y="59350"/>
                  </a:lnTo>
                  <a:lnTo>
                    <a:pt x="1418840" y="77151"/>
                  </a:lnTo>
                  <a:lnTo>
                    <a:pt x="1464606" y="97180"/>
                  </a:lnTo>
                  <a:lnTo>
                    <a:pt x="1509354" y="119402"/>
                  </a:lnTo>
                  <a:lnTo>
                    <a:pt x="1552999" y="143783"/>
                  </a:lnTo>
                  <a:lnTo>
                    <a:pt x="1595458" y="170288"/>
                  </a:lnTo>
                  <a:lnTo>
                    <a:pt x="1636646" y="198883"/>
                  </a:lnTo>
                  <a:lnTo>
                    <a:pt x="1676480" y="229533"/>
                  </a:lnTo>
                  <a:lnTo>
                    <a:pt x="1714875" y="262204"/>
                  </a:lnTo>
                  <a:lnTo>
                    <a:pt x="1751747" y="296861"/>
                  </a:lnTo>
                  <a:lnTo>
                    <a:pt x="1786836" y="333281"/>
                  </a:lnTo>
                  <a:lnTo>
                    <a:pt x="1819913" y="371204"/>
                  </a:lnTo>
                  <a:lnTo>
                    <a:pt x="1850944" y="410549"/>
                  </a:lnTo>
                  <a:lnTo>
                    <a:pt x="1879894" y="451232"/>
                  </a:lnTo>
                  <a:lnTo>
                    <a:pt x="1906729" y="493169"/>
                  </a:lnTo>
                  <a:lnTo>
                    <a:pt x="1931412" y="536279"/>
                  </a:lnTo>
                  <a:lnTo>
                    <a:pt x="1953911" y="580477"/>
                  </a:lnTo>
                  <a:lnTo>
                    <a:pt x="1974189" y="625681"/>
                  </a:lnTo>
                  <a:lnTo>
                    <a:pt x="1992211" y="671807"/>
                  </a:lnTo>
                  <a:lnTo>
                    <a:pt x="2007944" y="718774"/>
                  </a:lnTo>
                  <a:lnTo>
                    <a:pt x="2021352" y="766496"/>
                  </a:lnTo>
                  <a:lnTo>
                    <a:pt x="2032400" y="814892"/>
                  </a:lnTo>
                  <a:lnTo>
                    <a:pt x="2041054" y="863879"/>
                  </a:lnTo>
                  <a:lnTo>
                    <a:pt x="2047278" y="913373"/>
                  </a:lnTo>
                  <a:lnTo>
                    <a:pt x="2051038" y="963290"/>
                  </a:lnTo>
                  <a:lnTo>
                    <a:pt x="2052299" y="1013549"/>
                  </a:lnTo>
                  <a:lnTo>
                    <a:pt x="2051183" y="1061262"/>
                  </a:lnTo>
                  <a:lnTo>
                    <a:pt x="2047865" y="1108407"/>
                  </a:lnTo>
                  <a:lnTo>
                    <a:pt x="2042395" y="1154935"/>
                  </a:lnTo>
                  <a:lnTo>
                    <a:pt x="2034823" y="1200798"/>
                  </a:lnTo>
                  <a:lnTo>
                    <a:pt x="2025198" y="1245947"/>
                  </a:lnTo>
                  <a:lnTo>
                    <a:pt x="2013569" y="1290334"/>
                  </a:lnTo>
                  <a:lnTo>
                    <a:pt x="1999986" y="1333910"/>
                  </a:lnTo>
                  <a:lnTo>
                    <a:pt x="1984497" y="1376626"/>
                  </a:lnTo>
                  <a:lnTo>
                    <a:pt x="1967152" y="1418433"/>
                  </a:lnTo>
                  <a:lnTo>
                    <a:pt x="1948001" y="1459283"/>
                  </a:lnTo>
                  <a:lnTo>
                    <a:pt x="1927091" y="1499128"/>
                  </a:lnTo>
                  <a:lnTo>
                    <a:pt x="1904474" y="1537917"/>
                  </a:lnTo>
                  <a:lnTo>
                    <a:pt x="1880198" y="1575604"/>
                  </a:lnTo>
                  <a:lnTo>
                    <a:pt x="1854312" y="1612139"/>
                  </a:lnTo>
                  <a:lnTo>
                    <a:pt x="1826866" y="1647473"/>
                  </a:lnTo>
                  <a:lnTo>
                    <a:pt x="1797909" y="1681559"/>
                  </a:lnTo>
                  <a:lnTo>
                    <a:pt x="1767490" y="1714346"/>
                  </a:lnTo>
                  <a:lnTo>
                    <a:pt x="1735658" y="1745787"/>
                  </a:lnTo>
                  <a:lnTo>
                    <a:pt x="1702463" y="1775832"/>
                  </a:lnTo>
                  <a:lnTo>
                    <a:pt x="1667954" y="1804434"/>
                  </a:lnTo>
                  <a:lnTo>
                    <a:pt x="1632181" y="1831543"/>
                  </a:lnTo>
                  <a:lnTo>
                    <a:pt x="1595192" y="1857111"/>
                  </a:lnTo>
                  <a:lnTo>
                    <a:pt x="1557036" y="1881089"/>
                  </a:lnTo>
                  <a:lnTo>
                    <a:pt x="1517764" y="1903429"/>
                  </a:lnTo>
                  <a:lnTo>
                    <a:pt x="1477424" y="1924081"/>
                  </a:lnTo>
                  <a:lnTo>
                    <a:pt x="1436066" y="1942998"/>
                  </a:lnTo>
                  <a:lnTo>
                    <a:pt x="1393739" y="1960129"/>
                  </a:lnTo>
                  <a:lnTo>
                    <a:pt x="1350492" y="1975428"/>
                  </a:lnTo>
                  <a:lnTo>
                    <a:pt x="1306375" y="1988845"/>
                  </a:lnTo>
                  <a:lnTo>
                    <a:pt x="1261436" y="2000331"/>
                  </a:lnTo>
                  <a:lnTo>
                    <a:pt x="1215726" y="2009838"/>
                  </a:lnTo>
                  <a:lnTo>
                    <a:pt x="1169293" y="2017317"/>
                  </a:lnTo>
                  <a:lnTo>
                    <a:pt x="1122186" y="2022719"/>
                  </a:lnTo>
                  <a:lnTo>
                    <a:pt x="1074455" y="2025996"/>
                  </a:lnTo>
                  <a:lnTo>
                    <a:pt x="1026149" y="20270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66249" y="2539950"/>
              <a:ext cx="2052320" cy="2027555"/>
            </a:xfrm>
            <a:custGeom>
              <a:avLst/>
              <a:gdLst/>
              <a:ahLst/>
              <a:cxnLst/>
              <a:rect l="l" t="t" r="r" b="b"/>
              <a:pathLst>
                <a:path w="2052320" h="2027554">
                  <a:moveTo>
                    <a:pt x="0" y="1013549"/>
                  </a:moveTo>
                  <a:lnTo>
                    <a:pt x="1116" y="965837"/>
                  </a:lnTo>
                  <a:lnTo>
                    <a:pt x="4434" y="918692"/>
                  </a:lnTo>
                  <a:lnTo>
                    <a:pt x="9904" y="872164"/>
                  </a:lnTo>
                  <a:lnTo>
                    <a:pt x="17476" y="826301"/>
                  </a:lnTo>
                  <a:lnTo>
                    <a:pt x="27101" y="781152"/>
                  </a:lnTo>
                  <a:lnTo>
                    <a:pt x="38730" y="736765"/>
                  </a:lnTo>
                  <a:lnTo>
                    <a:pt x="52313" y="693189"/>
                  </a:lnTo>
                  <a:lnTo>
                    <a:pt x="67802" y="650473"/>
                  </a:lnTo>
                  <a:lnTo>
                    <a:pt x="85147" y="608666"/>
                  </a:lnTo>
                  <a:lnTo>
                    <a:pt x="104299" y="567816"/>
                  </a:lnTo>
                  <a:lnTo>
                    <a:pt x="125208" y="527971"/>
                  </a:lnTo>
                  <a:lnTo>
                    <a:pt x="147825" y="489182"/>
                  </a:lnTo>
                  <a:lnTo>
                    <a:pt x="172101" y="451495"/>
                  </a:lnTo>
                  <a:lnTo>
                    <a:pt x="197987" y="414960"/>
                  </a:lnTo>
                  <a:lnTo>
                    <a:pt x="225433" y="379626"/>
                  </a:lnTo>
                  <a:lnTo>
                    <a:pt x="254390" y="345540"/>
                  </a:lnTo>
                  <a:lnTo>
                    <a:pt x="284810" y="312753"/>
                  </a:lnTo>
                  <a:lnTo>
                    <a:pt x="316641" y="281312"/>
                  </a:lnTo>
                  <a:lnTo>
                    <a:pt x="349836" y="251267"/>
                  </a:lnTo>
                  <a:lnTo>
                    <a:pt x="384345" y="222665"/>
                  </a:lnTo>
                  <a:lnTo>
                    <a:pt x="420119" y="195556"/>
                  </a:lnTo>
                  <a:lnTo>
                    <a:pt x="457108" y="169988"/>
                  </a:lnTo>
                  <a:lnTo>
                    <a:pt x="495263" y="146010"/>
                  </a:lnTo>
                  <a:lnTo>
                    <a:pt x="534535" y="123670"/>
                  </a:lnTo>
                  <a:lnTo>
                    <a:pt x="574875" y="103018"/>
                  </a:lnTo>
                  <a:lnTo>
                    <a:pt x="616233" y="84101"/>
                  </a:lnTo>
                  <a:lnTo>
                    <a:pt x="658560" y="66970"/>
                  </a:lnTo>
                  <a:lnTo>
                    <a:pt x="701807" y="51671"/>
                  </a:lnTo>
                  <a:lnTo>
                    <a:pt x="745924" y="38254"/>
                  </a:lnTo>
                  <a:lnTo>
                    <a:pt x="790863" y="26768"/>
                  </a:lnTo>
                  <a:lnTo>
                    <a:pt x="836573" y="17261"/>
                  </a:lnTo>
                  <a:lnTo>
                    <a:pt x="883007" y="9782"/>
                  </a:lnTo>
                  <a:lnTo>
                    <a:pt x="930113" y="4380"/>
                  </a:lnTo>
                  <a:lnTo>
                    <a:pt x="977844" y="1103"/>
                  </a:lnTo>
                  <a:lnTo>
                    <a:pt x="1026149" y="0"/>
                  </a:lnTo>
                  <a:lnTo>
                    <a:pt x="1077033" y="1245"/>
                  </a:lnTo>
                  <a:lnTo>
                    <a:pt x="1127572" y="4959"/>
                  </a:lnTo>
                  <a:lnTo>
                    <a:pt x="1177681" y="11107"/>
                  </a:lnTo>
                  <a:lnTo>
                    <a:pt x="1227276" y="19655"/>
                  </a:lnTo>
                  <a:lnTo>
                    <a:pt x="1276274" y="30567"/>
                  </a:lnTo>
                  <a:lnTo>
                    <a:pt x="1324590" y="43810"/>
                  </a:lnTo>
                  <a:lnTo>
                    <a:pt x="1372140" y="59350"/>
                  </a:lnTo>
                  <a:lnTo>
                    <a:pt x="1418840" y="77151"/>
                  </a:lnTo>
                  <a:lnTo>
                    <a:pt x="1464606" y="97180"/>
                  </a:lnTo>
                  <a:lnTo>
                    <a:pt x="1509354" y="119402"/>
                  </a:lnTo>
                  <a:lnTo>
                    <a:pt x="1552999" y="143783"/>
                  </a:lnTo>
                  <a:lnTo>
                    <a:pt x="1595458" y="170288"/>
                  </a:lnTo>
                  <a:lnTo>
                    <a:pt x="1636646" y="198883"/>
                  </a:lnTo>
                  <a:lnTo>
                    <a:pt x="1676480" y="229533"/>
                  </a:lnTo>
                  <a:lnTo>
                    <a:pt x="1714875" y="262204"/>
                  </a:lnTo>
                  <a:lnTo>
                    <a:pt x="1751747" y="296861"/>
                  </a:lnTo>
                  <a:lnTo>
                    <a:pt x="1786836" y="333281"/>
                  </a:lnTo>
                  <a:lnTo>
                    <a:pt x="1819913" y="371204"/>
                  </a:lnTo>
                  <a:lnTo>
                    <a:pt x="1850944" y="410549"/>
                  </a:lnTo>
                  <a:lnTo>
                    <a:pt x="1879894" y="451232"/>
                  </a:lnTo>
                  <a:lnTo>
                    <a:pt x="1906729" y="493169"/>
                  </a:lnTo>
                  <a:lnTo>
                    <a:pt x="1931412" y="536279"/>
                  </a:lnTo>
                  <a:lnTo>
                    <a:pt x="1953911" y="580477"/>
                  </a:lnTo>
                  <a:lnTo>
                    <a:pt x="1974189" y="625681"/>
                  </a:lnTo>
                  <a:lnTo>
                    <a:pt x="1992211" y="671807"/>
                  </a:lnTo>
                  <a:lnTo>
                    <a:pt x="2007944" y="718774"/>
                  </a:lnTo>
                  <a:lnTo>
                    <a:pt x="2021352" y="766496"/>
                  </a:lnTo>
                  <a:lnTo>
                    <a:pt x="2032400" y="814892"/>
                  </a:lnTo>
                  <a:lnTo>
                    <a:pt x="2041054" y="863879"/>
                  </a:lnTo>
                  <a:lnTo>
                    <a:pt x="2047278" y="913373"/>
                  </a:lnTo>
                  <a:lnTo>
                    <a:pt x="2051038" y="963290"/>
                  </a:lnTo>
                  <a:lnTo>
                    <a:pt x="2052299" y="1013549"/>
                  </a:lnTo>
                  <a:lnTo>
                    <a:pt x="2051183" y="1061262"/>
                  </a:lnTo>
                  <a:lnTo>
                    <a:pt x="2047865" y="1108407"/>
                  </a:lnTo>
                  <a:lnTo>
                    <a:pt x="2042395" y="1154935"/>
                  </a:lnTo>
                  <a:lnTo>
                    <a:pt x="2034823" y="1200798"/>
                  </a:lnTo>
                  <a:lnTo>
                    <a:pt x="2025198" y="1245947"/>
                  </a:lnTo>
                  <a:lnTo>
                    <a:pt x="2013569" y="1290334"/>
                  </a:lnTo>
                  <a:lnTo>
                    <a:pt x="1999986" y="1333910"/>
                  </a:lnTo>
                  <a:lnTo>
                    <a:pt x="1984497" y="1376626"/>
                  </a:lnTo>
                  <a:lnTo>
                    <a:pt x="1967152" y="1418433"/>
                  </a:lnTo>
                  <a:lnTo>
                    <a:pt x="1948001" y="1459283"/>
                  </a:lnTo>
                  <a:lnTo>
                    <a:pt x="1927091" y="1499128"/>
                  </a:lnTo>
                  <a:lnTo>
                    <a:pt x="1904474" y="1537917"/>
                  </a:lnTo>
                  <a:lnTo>
                    <a:pt x="1880198" y="1575604"/>
                  </a:lnTo>
                  <a:lnTo>
                    <a:pt x="1854312" y="1612139"/>
                  </a:lnTo>
                  <a:lnTo>
                    <a:pt x="1826866" y="1647473"/>
                  </a:lnTo>
                  <a:lnTo>
                    <a:pt x="1797909" y="1681559"/>
                  </a:lnTo>
                  <a:lnTo>
                    <a:pt x="1767490" y="1714346"/>
                  </a:lnTo>
                  <a:lnTo>
                    <a:pt x="1735658" y="1745787"/>
                  </a:lnTo>
                  <a:lnTo>
                    <a:pt x="1702463" y="1775832"/>
                  </a:lnTo>
                  <a:lnTo>
                    <a:pt x="1667954" y="1804434"/>
                  </a:lnTo>
                  <a:lnTo>
                    <a:pt x="1632181" y="1831543"/>
                  </a:lnTo>
                  <a:lnTo>
                    <a:pt x="1595192" y="1857111"/>
                  </a:lnTo>
                  <a:lnTo>
                    <a:pt x="1557036" y="1881089"/>
                  </a:lnTo>
                  <a:lnTo>
                    <a:pt x="1517764" y="1903429"/>
                  </a:lnTo>
                  <a:lnTo>
                    <a:pt x="1477424" y="1924081"/>
                  </a:lnTo>
                  <a:lnTo>
                    <a:pt x="1436066" y="1942998"/>
                  </a:lnTo>
                  <a:lnTo>
                    <a:pt x="1393739" y="1960129"/>
                  </a:lnTo>
                  <a:lnTo>
                    <a:pt x="1350492" y="1975428"/>
                  </a:lnTo>
                  <a:lnTo>
                    <a:pt x="1306375" y="1988845"/>
                  </a:lnTo>
                  <a:lnTo>
                    <a:pt x="1261436" y="2000331"/>
                  </a:lnTo>
                  <a:lnTo>
                    <a:pt x="1215726" y="2009838"/>
                  </a:lnTo>
                  <a:lnTo>
                    <a:pt x="1169293" y="2017317"/>
                  </a:lnTo>
                  <a:lnTo>
                    <a:pt x="1122186" y="2022719"/>
                  </a:lnTo>
                  <a:lnTo>
                    <a:pt x="1074455" y="2025996"/>
                  </a:lnTo>
                  <a:lnTo>
                    <a:pt x="1026149" y="2027099"/>
                  </a:lnTo>
                  <a:lnTo>
                    <a:pt x="977844" y="2025996"/>
                  </a:lnTo>
                  <a:lnTo>
                    <a:pt x="930113" y="2022719"/>
                  </a:lnTo>
                  <a:lnTo>
                    <a:pt x="883007" y="2017317"/>
                  </a:lnTo>
                  <a:lnTo>
                    <a:pt x="836573" y="2009838"/>
                  </a:lnTo>
                  <a:lnTo>
                    <a:pt x="790863" y="2000331"/>
                  </a:lnTo>
                  <a:lnTo>
                    <a:pt x="745924" y="1988845"/>
                  </a:lnTo>
                  <a:lnTo>
                    <a:pt x="701807" y="1975428"/>
                  </a:lnTo>
                  <a:lnTo>
                    <a:pt x="658560" y="1960129"/>
                  </a:lnTo>
                  <a:lnTo>
                    <a:pt x="616233" y="1942998"/>
                  </a:lnTo>
                  <a:lnTo>
                    <a:pt x="574875" y="1924081"/>
                  </a:lnTo>
                  <a:lnTo>
                    <a:pt x="534535" y="1903429"/>
                  </a:lnTo>
                  <a:lnTo>
                    <a:pt x="495263" y="1881089"/>
                  </a:lnTo>
                  <a:lnTo>
                    <a:pt x="457108" y="1857111"/>
                  </a:lnTo>
                  <a:lnTo>
                    <a:pt x="420119" y="1831543"/>
                  </a:lnTo>
                  <a:lnTo>
                    <a:pt x="384345" y="1804434"/>
                  </a:lnTo>
                  <a:lnTo>
                    <a:pt x="349836" y="1775832"/>
                  </a:lnTo>
                  <a:lnTo>
                    <a:pt x="316641" y="1745787"/>
                  </a:lnTo>
                  <a:lnTo>
                    <a:pt x="284810" y="1714346"/>
                  </a:lnTo>
                  <a:lnTo>
                    <a:pt x="254390" y="1681559"/>
                  </a:lnTo>
                  <a:lnTo>
                    <a:pt x="225433" y="1647473"/>
                  </a:lnTo>
                  <a:lnTo>
                    <a:pt x="197987" y="1612139"/>
                  </a:lnTo>
                  <a:lnTo>
                    <a:pt x="172101" y="1575604"/>
                  </a:lnTo>
                  <a:lnTo>
                    <a:pt x="147825" y="1537917"/>
                  </a:lnTo>
                  <a:lnTo>
                    <a:pt x="125208" y="1499128"/>
                  </a:lnTo>
                  <a:lnTo>
                    <a:pt x="104299" y="1459283"/>
                  </a:lnTo>
                  <a:lnTo>
                    <a:pt x="85147" y="1418433"/>
                  </a:lnTo>
                  <a:lnTo>
                    <a:pt x="67802" y="1376626"/>
                  </a:lnTo>
                  <a:lnTo>
                    <a:pt x="52313" y="1333910"/>
                  </a:lnTo>
                  <a:lnTo>
                    <a:pt x="38730" y="1290334"/>
                  </a:lnTo>
                  <a:lnTo>
                    <a:pt x="27101" y="1245947"/>
                  </a:lnTo>
                  <a:lnTo>
                    <a:pt x="17476" y="1200798"/>
                  </a:lnTo>
                  <a:lnTo>
                    <a:pt x="9904" y="1154935"/>
                  </a:lnTo>
                  <a:lnTo>
                    <a:pt x="4434" y="1108407"/>
                  </a:lnTo>
                  <a:lnTo>
                    <a:pt x="1116" y="1061262"/>
                  </a:lnTo>
                  <a:lnTo>
                    <a:pt x="0" y="10135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62563" y="3427008"/>
            <a:ext cx="1258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Deep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6124" y="1332552"/>
            <a:ext cx="3892550" cy="30251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24815" marR="5080" indent="-412750">
              <a:lnSpc>
                <a:spcPts val="2590"/>
              </a:lnSpc>
              <a:spcBef>
                <a:spcPts val="425"/>
              </a:spcBef>
              <a:buFont typeface="Arial"/>
              <a:buChar char="●"/>
              <a:tabLst>
                <a:tab pos="424815" algn="l"/>
                <a:tab pos="3689985" algn="l"/>
              </a:tabLst>
            </a:pPr>
            <a:r>
              <a:rPr sz="2400" b="1" dirty="0">
                <a:latin typeface="Calibri"/>
                <a:cs typeface="Calibri"/>
              </a:rPr>
              <a:t>Artificial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Intelligence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(AI)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anything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man-</a:t>
            </a:r>
            <a:r>
              <a:rPr sz="2400" spc="-20" dirty="0">
                <a:latin typeface="Calibri"/>
                <a:cs typeface="Calibri"/>
              </a:rPr>
              <a:t>made </a:t>
            </a:r>
            <a:r>
              <a:rPr sz="2400" spc="-10" dirty="0">
                <a:latin typeface="Calibri"/>
                <a:cs typeface="Calibri"/>
              </a:rPr>
              <a:t>intelligence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exhibited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</a:t>
            </a:r>
            <a:r>
              <a:rPr sz="2400" spc="-10" dirty="0">
                <a:latin typeface="Calibri"/>
                <a:cs typeface="Calibri"/>
              </a:rPr>
              <a:t>machines.</a:t>
            </a:r>
            <a:endParaRPr sz="2400">
              <a:latin typeface="Calibri"/>
              <a:cs typeface="Calibri"/>
            </a:endParaRPr>
          </a:p>
          <a:p>
            <a:pPr marL="424815" marR="169545" indent="-412750">
              <a:lnSpc>
                <a:spcPts val="2590"/>
              </a:lnSpc>
              <a:spcBef>
                <a:spcPts val="10"/>
              </a:spcBef>
              <a:buFont typeface="Arial"/>
              <a:buChar char="●"/>
              <a:tabLst>
                <a:tab pos="424815" algn="l"/>
              </a:tabLst>
            </a:pPr>
            <a:r>
              <a:rPr sz="2400" b="1" dirty="0">
                <a:latin typeface="Calibri"/>
                <a:cs typeface="Calibri"/>
              </a:rPr>
              <a:t>Machine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Learning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(ML)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approach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achieve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AI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24815" marR="260985" indent="-412750">
              <a:lnSpc>
                <a:spcPts val="2590"/>
              </a:lnSpc>
              <a:spcBef>
                <a:spcPts val="5"/>
              </a:spcBef>
              <a:buFont typeface="Arial"/>
              <a:buChar char="●"/>
              <a:tabLst>
                <a:tab pos="424815" algn="l"/>
              </a:tabLst>
            </a:pPr>
            <a:r>
              <a:rPr sz="2400" b="1" dirty="0">
                <a:latin typeface="Calibri"/>
                <a:cs typeface="Calibri"/>
              </a:rPr>
              <a:t>Deep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Learning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(DL)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</a:t>
            </a:r>
            <a:r>
              <a:rPr sz="2400" spc="-10" dirty="0">
                <a:latin typeface="Calibri"/>
                <a:cs typeface="Calibri"/>
              </a:rPr>
              <a:t>technique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 </a:t>
            </a:r>
            <a:r>
              <a:rPr sz="2400" b="1" spc="-25" dirty="0">
                <a:latin typeface="Calibri"/>
                <a:cs typeface="Calibri"/>
              </a:rPr>
              <a:t>ML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4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0" dirty="0"/>
              <a:t>Types</a:t>
            </a:r>
            <a:r>
              <a:rPr sz="3500" spc="-75" dirty="0"/>
              <a:t> </a:t>
            </a:r>
            <a:r>
              <a:rPr sz="3500" dirty="0"/>
              <a:t>of</a:t>
            </a:r>
            <a:r>
              <a:rPr sz="3500" spc="-70" dirty="0"/>
              <a:t> </a:t>
            </a:r>
            <a:r>
              <a:rPr sz="3500" dirty="0"/>
              <a:t>ML</a:t>
            </a:r>
            <a:r>
              <a:rPr sz="3500" spc="-70" dirty="0"/>
              <a:t> </a:t>
            </a:r>
            <a:r>
              <a:rPr sz="3500" spc="-10" dirty="0"/>
              <a:t>Algorithms</a:t>
            </a:r>
            <a:endParaRPr sz="3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1635">
              <a:lnSpc>
                <a:spcPts val="2280"/>
              </a:lnSpc>
              <a:spcBef>
                <a:spcPts val="100"/>
              </a:spcBef>
              <a:buFont typeface="Arial"/>
              <a:buChar char="●"/>
              <a:tabLst>
                <a:tab pos="394335" algn="l"/>
              </a:tabLst>
            </a:pPr>
            <a:r>
              <a:rPr spc="-10" dirty="0"/>
              <a:t>Supervised</a:t>
            </a:r>
            <a:r>
              <a:rPr spc="-25" dirty="0"/>
              <a:t> </a:t>
            </a:r>
            <a:r>
              <a:rPr spc="-10" dirty="0"/>
              <a:t>Learning</a:t>
            </a:r>
          </a:p>
          <a:p>
            <a:pPr marL="851535" marR="842644" lvl="1" indent="-382270">
              <a:lnSpc>
                <a:spcPts val="2160"/>
              </a:lnSpc>
              <a:spcBef>
                <a:spcPts val="150"/>
              </a:spcBef>
              <a:buFont typeface="Arial MT"/>
              <a:buChar char="○"/>
              <a:tabLst>
                <a:tab pos="851535" algn="l"/>
              </a:tabLst>
            </a:pPr>
            <a:r>
              <a:rPr sz="2000" spc="-10" dirty="0">
                <a:latin typeface="Calibri"/>
                <a:cs typeface="Calibri"/>
              </a:rPr>
              <a:t>trained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labeled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data; </a:t>
            </a:r>
            <a:r>
              <a:rPr sz="2000" spc="-10" dirty="0">
                <a:latin typeface="Calibri"/>
                <a:cs typeface="Calibri"/>
              </a:rPr>
              <a:t>including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regression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classification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problems</a:t>
            </a:r>
            <a:endParaRPr sz="2000">
              <a:latin typeface="Calibri"/>
              <a:cs typeface="Calibri"/>
            </a:endParaRPr>
          </a:p>
          <a:p>
            <a:pPr marL="394335" indent="-381635">
              <a:lnSpc>
                <a:spcPts val="2010"/>
              </a:lnSpc>
              <a:buFont typeface="Arial"/>
              <a:buChar char="●"/>
              <a:tabLst>
                <a:tab pos="394335" algn="l"/>
              </a:tabLst>
            </a:pPr>
            <a:r>
              <a:rPr spc="-10" dirty="0"/>
              <a:t>Unsupervised</a:t>
            </a:r>
            <a:r>
              <a:rPr spc="-35" dirty="0"/>
              <a:t> </a:t>
            </a:r>
            <a:r>
              <a:rPr spc="-10" dirty="0"/>
              <a:t>Learning</a:t>
            </a:r>
          </a:p>
          <a:p>
            <a:pPr marL="851535" marR="375285" lvl="1" indent="-382270">
              <a:lnSpc>
                <a:spcPts val="2160"/>
              </a:lnSpc>
              <a:spcBef>
                <a:spcPts val="150"/>
              </a:spcBef>
              <a:buFont typeface="Arial MT"/>
              <a:buChar char="○"/>
              <a:tabLst>
                <a:tab pos="851535" algn="l"/>
              </a:tabLst>
            </a:pPr>
            <a:r>
              <a:rPr sz="2000" spc="-10" dirty="0">
                <a:latin typeface="Calibri"/>
                <a:cs typeface="Calibri"/>
              </a:rPr>
              <a:t>trained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unlabeled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data; </a:t>
            </a:r>
            <a:r>
              <a:rPr sz="2000" spc="-10" dirty="0">
                <a:latin typeface="Calibri"/>
                <a:cs typeface="Calibri"/>
              </a:rPr>
              <a:t>clustering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association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rule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problems.</a:t>
            </a:r>
            <a:endParaRPr sz="2000">
              <a:latin typeface="Calibri"/>
              <a:cs typeface="Calibri"/>
            </a:endParaRPr>
          </a:p>
          <a:p>
            <a:pPr marL="394335" indent="-381635">
              <a:lnSpc>
                <a:spcPts val="2010"/>
              </a:lnSpc>
              <a:buFont typeface="Arial"/>
              <a:buChar char="●"/>
              <a:tabLst>
                <a:tab pos="394335" algn="l"/>
              </a:tabLst>
            </a:pPr>
            <a:r>
              <a:rPr spc="-20" dirty="0"/>
              <a:t>Reinforcement </a:t>
            </a:r>
            <a:r>
              <a:rPr spc="-10" dirty="0"/>
              <a:t>Learning</a:t>
            </a:r>
          </a:p>
          <a:p>
            <a:pPr marL="851535" marR="5080" lvl="1" indent="-382270">
              <a:lnSpc>
                <a:spcPts val="2160"/>
              </a:lnSpc>
              <a:spcBef>
                <a:spcPts val="155"/>
              </a:spcBef>
              <a:buFont typeface="Arial MT"/>
              <a:buChar char="○"/>
              <a:tabLst>
                <a:tab pos="851535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training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stochastic Markov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process;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robotics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self-</a:t>
            </a:r>
            <a:r>
              <a:rPr sz="2000" dirty="0">
                <a:latin typeface="Calibri"/>
                <a:cs typeface="Calibri"/>
              </a:rPr>
              <a:t>driving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cars.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40619" y="1065288"/>
          <a:ext cx="3216910" cy="3288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95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3342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Machine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  <a:lnB w="19050">
                      <a:solidFill>
                        <a:srgbClr val="1F497D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F497D"/>
                      </a:solidFill>
                      <a:prstDash val="solid"/>
                    </a:lnL>
                    <a:lnB w="19050">
                      <a:solidFill>
                        <a:srgbClr val="1F49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39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  <a:lnB w="19050">
                      <a:solidFill>
                        <a:srgbClr val="1F497D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57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1F497D"/>
                      </a:solidFill>
                      <a:prstDash val="solid"/>
                    </a:lnR>
                    <a:lnT w="190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3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4290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Supervised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69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B w="19050">
                      <a:solidFill>
                        <a:srgbClr val="1F49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69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9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1F497D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3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1F497D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3431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Unsupervised</a:t>
                      </a:r>
                      <a:r>
                        <a:rPr sz="14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  <a:lnB w="19050">
                      <a:solidFill>
                        <a:srgbClr val="1F497D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B w="19050">
                      <a:solidFill>
                        <a:srgbClr val="1F49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1F497D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  <a:lnB w="19050">
                      <a:solidFill>
                        <a:srgbClr val="1F497D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9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1F497D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3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1F497D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0002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Reinforcement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  <a:lnB w="19050">
                      <a:solidFill>
                        <a:srgbClr val="1F497D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B w="19050">
                      <a:solidFill>
                        <a:srgbClr val="1F49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6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1F497D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1F497D"/>
                      </a:solidFill>
                      <a:prstDash val="solid"/>
                    </a:lnL>
                    <a:lnR w="19050">
                      <a:solidFill>
                        <a:srgbClr val="1F497D"/>
                      </a:solidFill>
                      <a:prstDash val="solid"/>
                    </a:lnR>
                    <a:lnT w="19050">
                      <a:solidFill>
                        <a:srgbClr val="1F497D"/>
                      </a:solidFill>
                      <a:prstDash val="solid"/>
                    </a:lnT>
                    <a:lnB w="19050">
                      <a:solidFill>
                        <a:srgbClr val="1F497D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F497D"/>
                      </a:solidFill>
                      <a:prstDash val="solid"/>
                    </a:lnL>
                    <a:lnT w="19050">
                      <a:solidFill>
                        <a:srgbClr val="1F497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982845-BFF3-4048-BCD0-090283B62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38964"/>
            <a:ext cx="2895600" cy="1164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FEE0DE-8D70-41A0-8C6B-80CB9903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49" y="2011914"/>
            <a:ext cx="2627172" cy="993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15DB59-5061-40A5-9F80-392858581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48" y="3494013"/>
            <a:ext cx="2492492" cy="15445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602DC7-6B1F-49F4-936D-F5EB4A8A2D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179"/>
          <a:stretch/>
        </p:blipFill>
        <p:spPr>
          <a:xfrm>
            <a:off x="3697780" y="573542"/>
            <a:ext cx="2414365" cy="895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C314C6-BE02-44EB-9294-105C01123B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336" y="1579587"/>
            <a:ext cx="1676400" cy="7057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09E9F2-21C4-461E-ACA0-1623A619ED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862" y="2285297"/>
            <a:ext cx="2566199" cy="7885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EFC787-411F-43F3-AAF2-A601AA2278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726" y="470236"/>
            <a:ext cx="2027715" cy="1238550"/>
          </a:xfrm>
          <a:prstGeom prst="rect">
            <a:avLst/>
          </a:prstGeom>
        </p:spPr>
      </p:pic>
      <p:pic>
        <p:nvPicPr>
          <p:cNvPr id="1026" name="Picture 2" descr="GitHub - sudarshan-koirala/Salary-Prediciton-based-on-Years-of-Experience: Prediction of salary based on the years of experience using Simple Linear Regression · GitHub">
            <a:extLst>
              <a:ext uri="{FF2B5EF4-FFF2-40B4-BE49-F238E27FC236}">
                <a16:creationId xmlns:a16="http://schemas.microsoft.com/office/drawing/2014/main" id="{AB4C16AB-DB7C-47E7-B1B2-D24FC420A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319256"/>
            <a:ext cx="3243466" cy="244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02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899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Deep</a:t>
            </a:r>
            <a:r>
              <a:rPr spc="-70" dirty="0"/>
              <a:t> </a:t>
            </a:r>
            <a:r>
              <a:rPr spc="-10" dirty="0"/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625" y="1154869"/>
            <a:ext cx="8010525" cy="302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Deep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endParaRPr sz="2400">
              <a:latin typeface="Calibri"/>
              <a:cs typeface="Calibri"/>
            </a:endParaRPr>
          </a:p>
          <a:p>
            <a:pPr marL="469900" marR="5080" indent="-412750">
              <a:lnSpc>
                <a:spcPts val="2590"/>
              </a:lnSpc>
              <a:spcBef>
                <a:spcPts val="180"/>
              </a:spcBef>
              <a:buFont typeface="Arial MT"/>
              <a:buChar char="●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cascade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nonlinear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units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extraction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transformation.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successive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input.</a:t>
            </a:r>
            <a:endParaRPr sz="2400">
              <a:latin typeface="Calibri"/>
              <a:cs typeface="Calibri"/>
            </a:endParaRPr>
          </a:p>
          <a:p>
            <a:pPr marL="469900" marR="128270" indent="-412750">
              <a:lnSpc>
                <a:spcPts val="2590"/>
              </a:lnSpc>
              <a:spcBef>
                <a:spcPts val="10"/>
              </a:spcBef>
              <a:buFont typeface="Arial MT"/>
              <a:buChar char="●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supervised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classification)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and/or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unsupervised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manners.</a:t>
            </a:r>
            <a:endParaRPr sz="2400">
              <a:latin typeface="Calibri"/>
              <a:cs typeface="Calibri"/>
            </a:endParaRPr>
          </a:p>
          <a:p>
            <a:pPr marL="469900" marR="167640" indent="-412750">
              <a:lnSpc>
                <a:spcPts val="2590"/>
              </a:lnSpc>
              <a:buFont typeface="Arial MT"/>
              <a:buChar char="●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representations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abstraction;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hierarchy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concepts.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899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10" dirty="0"/>
              <a:t> </a:t>
            </a:r>
            <a:r>
              <a:rPr dirty="0"/>
              <a:t>Deep</a:t>
            </a:r>
            <a:r>
              <a:rPr spc="-105" dirty="0"/>
              <a:t> </a:t>
            </a:r>
            <a:r>
              <a:rPr spc="-10" dirty="0"/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276350"/>
            <a:ext cx="8229600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 indent="-412115">
              <a:lnSpc>
                <a:spcPts val="2735"/>
              </a:lnSpc>
              <a:spcBef>
                <a:spcPts val="100"/>
              </a:spcBef>
              <a:buFont typeface="Arial MT"/>
              <a:buChar char="●"/>
              <a:tabLst>
                <a:tab pos="424815" algn="l"/>
              </a:tabLst>
            </a:pPr>
            <a:r>
              <a:rPr sz="2400" dirty="0">
                <a:latin typeface="Calibri"/>
                <a:cs typeface="Calibri"/>
              </a:rPr>
              <a:t>Limitations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traditional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algorithms</a:t>
            </a:r>
            <a:endParaRPr sz="2400" dirty="0">
              <a:latin typeface="Calibri"/>
              <a:cs typeface="Calibri"/>
            </a:endParaRPr>
          </a:p>
          <a:p>
            <a:pPr marL="882015" lvl="1" indent="-412115">
              <a:lnSpc>
                <a:spcPts val="2590"/>
              </a:lnSpc>
              <a:buFont typeface="Arial MT"/>
              <a:buChar char="○"/>
              <a:tabLst>
                <a:tab pos="88201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B0F0"/>
                </a:solidFill>
                <a:latin typeface="Calibri"/>
                <a:cs typeface="Calibri"/>
              </a:rPr>
              <a:t>high</a:t>
            </a:r>
            <a:r>
              <a:rPr sz="2400" b="1" spc="-3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B0F0"/>
                </a:solidFill>
                <a:latin typeface="Calibri"/>
                <a:cs typeface="Calibri"/>
              </a:rPr>
              <a:t>dimensional</a:t>
            </a:r>
            <a:r>
              <a:rPr sz="2400" b="1" spc="-3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B0F0"/>
                </a:solidFill>
                <a:latin typeface="Calibri"/>
                <a:cs typeface="Calibri"/>
              </a:rPr>
              <a:t>data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882015" lvl="1" indent="-412115">
              <a:lnSpc>
                <a:spcPts val="2735"/>
              </a:lnSpc>
              <a:buFont typeface="Arial MT"/>
              <a:buChar char="○"/>
              <a:tabLst>
                <a:tab pos="882015" algn="l"/>
              </a:tabLst>
            </a:pPr>
            <a:r>
              <a:rPr sz="2400" dirty="0">
                <a:latin typeface="Calibri"/>
                <a:cs typeface="Calibri"/>
              </a:rPr>
              <a:t>difficult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B0F0"/>
                </a:solidFill>
                <a:latin typeface="Calibri"/>
                <a:cs typeface="Calibri"/>
              </a:rPr>
              <a:t>feature</a:t>
            </a:r>
            <a:r>
              <a:rPr sz="2400" b="1" spc="-5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B0F0"/>
                </a:solidFill>
                <a:latin typeface="Calibri"/>
                <a:cs typeface="Calibri"/>
              </a:rPr>
              <a:t>extraction</a:t>
            </a:r>
            <a:r>
              <a:rPr sz="2400" b="1" spc="-5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B0F0"/>
                </a:solidFill>
                <a:latin typeface="Calibri"/>
                <a:cs typeface="Calibri"/>
              </a:rPr>
              <a:t>object</a:t>
            </a:r>
            <a:r>
              <a:rPr sz="2400" b="1" spc="-5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B0F0"/>
                </a:solidFill>
                <a:latin typeface="Calibri"/>
                <a:cs typeface="Calibri"/>
              </a:rPr>
              <a:t>recognition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424815" indent="-412115">
              <a:lnSpc>
                <a:spcPts val="2735"/>
              </a:lnSpc>
              <a:spcBef>
                <a:spcPts val="2300"/>
              </a:spcBef>
              <a:buFont typeface="Arial MT"/>
              <a:buChar char="●"/>
              <a:tabLst>
                <a:tab pos="424815" algn="l"/>
              </a:tabLst>
            </a:pPr>
            <a:r>
              <a:rPr sz="2400" spc="-20" dirty="0">
                <a:latin typeface="Calibri"/>
                <a:cs typeface="Calibri"/>
              </a:rPr>
              <a:t>Advantages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deep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</a:t>
            </a:r>
            <a:endParaRPr sz="2400" dirty="0">
              <a:latin typeface="Calibri"/>
              <a:cs typeface="Calibri"/>
            </a:endParaRPr>
          </a:p>
          <a:p>
            <a:pPr marL="882015" marR="520065" lvl="1" indent="-412750">
              <a:lnSpc>
                <a:spcPts val="2590"/>
              </a:lnSpc>
              <a:spcBef>
                <a:spcPts val="185"/>
              </a:spcBef>
              <a:buFont typeface="Arial MT"/>
              <a:buChar char="○"/>
              <a:tabLst>
                <a:tab pos="882015" algn="l"/>
              </a:tabLst>
            </a:pPr>
            <a:r>
              <a:rPr sz="2400" dirty="0">
                <a:latin typeface="Calibri"/>
                <a:cs typeface="Calibri"/>
              </a:rPr>
              <a:t>DL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computationally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expensive,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dimensional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 dirty="0">
              <a:latin typeface="Calibri"/>
              <a:cs typeface="Calibri"/>
            </a:endParaRPr>
          </a:p>
          <a:p>
            <a:pPr marL="882015" lvl="1" indent="-412115">
              <a:lnSpc>
                <a:spcPts val="2555"/>
              </a:lnSpc>
              <a:buFont typeface="Arial MT"/>
              <a:buChar char="○"/>
              <a:tabLst>
                <a:tab pos="882015" algn="l"/>
              </a:tabLst>
            </a:pP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extraction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automatically.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894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/>
              <a:t>Artificial</a:t>
            </a:r>
            <a:r>
              <a:rPr spc="-70" dirty="0"/>
              <a:t> </a:t>
            </a:r>
            <a:r>
              <a:rPr dirty="0"/>
              <a:t>Neural</a:t>
            </a:r>
            <a:r>
              <a:rPr spc="-70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150" y="1426070"/>
            <a:ext cx="4058687" cy="235063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66092" y="1702265"/>
            <a:ext cx="3292108" cy="2074441"/>
            <a:chOff x="5166092" y="1702266"/>
            <a:chExt cx="2960370" cy="19532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6092" y="2878065"/>
              <a:ext cx="567169" cy="5458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28005" y="2920927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4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7" y="400573"/>
                  </a:lnTo>
                  <a:lnTo>
                    <a:pt x="272499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05" y="2920927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4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7" y="400573"/>
                  </a:lnTo>
                  <a:lnTo>
                    <a:pt x="272499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6092" y="2405676"/>
              <a:ext cx="567169" cy="54584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28005" y="244853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6" y="400574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4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7" y="400574"/>
                  </a:lnTo>
                  <a:lnTo>
                    <a:pt x="272499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28005" y="244853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4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7" y="400574"/>
                  </a:lnTo>
                  <a:lnTo>
                    <a:pt x="272499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6" y="400574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6092" y="1933288"/>
              <a:ext cx="567169" cy="54584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28005" y="1976151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6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4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6"/>
                  </a:lnTo>
                  <a:lnTo>
                    <a:pt x="360316" y="375664"/>
                  </a:lnTo>
                  <a:lnTo>
                    <a:pt x="319157" y="400573"/>
                  </a:lnTo>
                  <a:lnTo>
                    <a:pt x="272499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28005" y="1976151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4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6"/>
                  </a:lnTo>
                  <a:lnTo>
                    <a:pt x="360316" y="375664"/>
                  </a:lnTo>
                  <a:lnTo>
                    <a:pt x="319157" y="400573"/>
                  </a:lnTo>
                  <a:lnTo>
                    <a:pt x="272499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6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3648" y="2171206"/>
              <a:ext cx="567169" cy="54584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25561" y="221406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221672" y="422021"/>
                  </a:moveTo>
                  <a:lnTo>
                    <a:pt x="170844" y="416448"/>
                  </a:lnTo>
                  <a:lnTo>
                    <a:pt x="124186" y="400574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2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3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8" y="400574"/>
                  </a:lnTo>
                  <a:lnTo>
                    <a:pt x="272499" y="416448"/>
                  </a:lnTo>
                  <a:lnTo>
                    <a:pt x="221672" y="42202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25561" y="221406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2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3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8" y="400574"/>
                  </a:lnTo>
                  <a:lnTo>
                    <a:pt x="272499" y="416448"/>
                  </a:lnTo>
                  <a:lnTo>
                    <a:pt x="221672" y="422021"/>
                  </a:lnTo>
                  <a:lnTo>
                    <a:pt x="170844" y="416448"/>
                  </a:lnTo>
                  <a:lnTo>
                    <a:pt x="124186" y="400574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3648" y="2640146"/>
              <a:ext cx="567169" cy="54584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25561" y="268300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221672" y="422021"/>
                  </a:move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2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3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8" y="400573"/>
                  </a:lnTo>
                  <a:lnTo>
                    <a:pt x="272499" y="416448"/>
                  </a:lnTo>
                  <a:lnTo>
                    <a:pt x="221672" y="42202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25561" y="268300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2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3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8" y="400573"/>
                  </a:lnTo>
                  <a:lnTo>
                    <a:pt x="272499" y="416448"/>
                  </a:lnTo>
                  <a:lnTo>
                    <a:pt x="221672" y="422021"/>
                  </a:ln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3648" y="3109087"/>
              <a:ext cx="567169" cy="54584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25561" y="315194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221672" y="422021"/>
                  </a:moveTo>
                  <a:lnTo>
                    <a:pt x="170844" y="416448"/>
                  </a:lnTo>
                  <a:lnTo>
                    <a:pt x="124186" y="400574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2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3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8" y="400574"/>
                  </a:lnTo>
                  <a:lnTo>
                    <a:pt x="272499" y="416448"/>
                  </a:lnTo>
                  <a:lnTo>
                    <a:pt x="221672" y="42202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25561" y="315194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2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3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8" y="400574"/>
                  </a:lnTo>
                  <a:lnTo>
                    <a:pt x="272499" y="416448"/>
                  </a:lnTo>
                  <a:lnTo>
                    <a:pt x="221672" y="422021"/>
                  </a:lnTo>
                  <a:lnTo>
                    <a:pt x="170844" y="416448"/>
                  </a:lnTo>
                  <a:lnTo>
                    <a:pt x="124186" y="400574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3648" y="1702266"/>
              <a:ext cx="567169" cy="54584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025561" y="174512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221672" y="422021"/>
                  </a:move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2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3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8" y="400573"/>
                  </a:lnTo>
                  <a:lnTo>
                    <a:pt x="272499" y="416448"/>
                  </a:lnTo>
                  <a:lnTo>
                    <a:pt x="221672" y="42202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25561" y="174512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4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2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70" y="130260"/>
                  </a:lnTo>
                  <a:lnTo>
                    <a:pt x="439045" y="169652"/>
                  </a:lnTo>
                  <a:lnTo>
                    <a:pt x="443343" y="211010"/>
                  </a:lnTo>
                  <a:lnTo>
                    <a:pt x="437489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6" y="375664"/>
                  </a:lnTo>
                  <a:lnTo>
                    <a:pt x="319158" y="400573"/>
                  </a:lnTo>
                  <a:lnTo>
                    <a:pt x="272499" y="416448"/>
                  </a:lnTo>
                  <a:lnTo>
                    <a:pt x="221672" y="422021"/>
                  </a:ln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8760" y="2878065"/>
              <a:ext cx="567169" cy="54584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620672" y="2920927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1" y="93941"/>
                  </a:lnTo>
                  <a:lnTo>
                    <a:pt x="426470" y="130260"/>
                  </a:lnTo>
                  <a:lnTo>
                    <a:pt x="439046" y="169652"/>
                  </a:lnTo>
                  <a:lnTo>
                    <a:pt x="443344" y="211010"/>
                  </a:lnTo>
                  <a:lnTo>
                    <a:pt x="437490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7" y="375664"/>
                  </a:lnTo>
                  <a:lnTo>
                    <a:pt x="319158" y="400573"/>
                  </a:lnTo>
                  <a:lnTo>
                    <a:pt x="272499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20672" y="2920927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1" y="93941"/>
                  </a:lnTo>
                  <a:lnTo>
                    <a:pt x="426470" y="130260"/>
                  </a:lnTo>
                  <a:lnTo>
                    <a:pt x="439046" y="169652"/>
                  </a:lnTo>
                  <a:lnTo>
                    <a:pt x="443344" y="211010"/>
                  </a:lnTo>
                  <a:lnTo>
                    <a:pt x="437490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7" y="375664"/>
                  </a:lnTo>
                  <a:lnTo>
                    <a:pt x="319158" y="400573"/>
                  </a:lnTo>
                  <a:lnTo>
                    <a:pt x="272499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8760" y="2405676"/>
              <a:ext cx="567169" cy="54584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620672" y="244853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6" y="400574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1" y="93941"/>
                  </a:lnTo>
                  <a:lnTo>
                    <a:pt x="426470" y="130260"/>
                  </a:lnTo>
                  <a:lnTo>
                    <a:pt x="439046" y="169652"/>
                  </a:lnTo>
                  <a:lnTo>
                    <a:pt x="443344" y="211010"/>
                  </a:lnTo>
                  <a:lnTo>
                    <a:pt x="437490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7" y="375664"/>
                  </a:lnTo>
                  <a:lnTo>
                    <a:pt x="319158" y="400574"/>
                  </a:lnTo>
                  <a:lnTo>
                    <a:pt x="272499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20672" y="244853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1" y="93941"/>
                  </a:lnTo>
                  <a:lnTo>
                    <a:pt x="426470" y="130260"/>
                  </a:lnTo>
                  <a:lnTo>
                    <a:pt x="439046" y="169652"/>
                  </a:lnTo>
                  <a:lnTo>
                    <a:pt x="443344" y="211010"/>
                  </a:lnTo>
                  <a:lnTo>
                    <a:pt x="437490" y="259393"/>
                  </a:lnTo>
                  <a:lnTo>
                    <a:pt x="420813" y="303807"/>
                  </a:lnTo>
                  <a:lnTo>
                    <a:pt x="394645" y="342987"/>
                  </a:lnTo>
                  <a:lnTo>
                    <a:pt x="360317" y="375664"/>
                  </a:lnTo>
                  <a:lnTo>
                    <a:pt x="319158" y="400574"/>
                  </a:lnTo>
                  <a:lnTo>
                    <a:pt x="272499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6" y="400574"/>
                  </a:lnTo>
                  <a:lnTo>
                    <a:pt x="83027" y="375664"/>
                  </a:lnTo>
                  <a:lnTo>
                    <a:pt x="48698" y="342987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8760" y="1933288"/>
              <a:ext cx="567169" cy="54584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620672" y="1976151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6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1" y="93941"/>
                  </a:lnTo>
                  <a:lnTo>
                    <a:pt x="426470" y="130260"/>
                  </a:lnTo>
                  <a:lnTo>
                    <a:pt x="439046" y="169652"/>
                  </a:lnTo>
                  <a:lnTo>
                    <a:pt x="443344" y="211010"/>
                  </a:lnTo>
                  <a:lnTo>
                    <a:pt x="437490" y="259393"/>
                  </a:lnTo>
                  <a:lnTo>
                    <a:pt x="420813" y="303807"/>
                  </a:lnTo>
                  <a:lnTo>
                    <a:pt x="394645" y="342986"/>
                  </a:lnTo>
                  <a:lnTo>
                    <a:pt x="360317" y="375664"/>
                  </a:lnTo>
                  <a:lnTo>
                    <a:pt x="319158" y="400573"/>
                  </a:lnTo>
                  <a:lnTo>
                    <a:pt x="272499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20672" y="1976151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1" y="118213"/>
                  </a:lnTo>
                  <a:lnTo>
                    <a:pt x="48698" y="79034"/>
                  </a:lnTo>
                  <a:lnTo>
                    <a:pt x="83027" y="46356"/>
                  </a:lnTo>
                  <a:lnTo>
                    <a:pt x="124186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20" y="4091"/>
                  </a:lnTo>
                  <a:lnTo>
                    <a:pt x="306502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1" y="93941"/>
                  </a:lnTo>
                  <a:lnTo>
                    <a:pt x="426470" y="130260"/>
                  </a:lnTo>
                  <a:lnTo>
                    <a:pt x="439046" y="169652"/>
                  </a:lnTo>
                  <a:lnTo>
                    <a:pt x="443344" y="211010"/>
                  </a:lnTo>
                  <a:lnTo>
                    <a:pt x="437490" y="259393"/>
                  </a:lnTo>
                  <a:lnTo>
                    <a:pt x="420813" y="303807"/>
                  </a:lnTo>
                  <a:lnTo>
                    <a:pt x="394645" y="342986"/>
                  </a:lnTo>
                  <a:lnTo>
                    <a:pt x="360317" y="375664"/>
                  </a:lnTo>
                  <a:lnTo>
                    <a:pt x="319158" y="400573"/>
                  </a:lnTo>
                  <a:lnTo>
                    <a:pt x="272499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6" y="400573"/>
                  </a:lnTo>
                  <a:lnTo>
                    <a:pt x="83027" y="375664"/>
                  </a:lnTo>
                  <a:lnTo>
                    <a:pt x="48698" y="342986"/>
                  </a:lnTo>
                  <a:lnTo>
                    <a:pt x="22531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1205" y="2171206"/>
              <a:ext cx="567169" cy="54584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823117" y="221406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5" y="400574"/>
                  </a:lnTo>
                  <a:lnTo>
                    <a:pt x="83026" y="375664"/>
                  </a:lnTo>
                  <a:lnTo>
                    <a:pt x="48698" y="342987"/>
                  </a:lnTo>
                  <a:lnTo>
                    <a:pt x="22530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0" y="118213"/>
                  </a:lnTo>
                  <a:lnTo>
                    <a:pt x="48698" y="79034"/>
                  </a:lnTo>
                  <a:lnTo>
                    <a:pt x="83026" y="46356"/>
                  </a:lnTo>
                  <a:lnTo>
                    <a:pt x="124185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19" y="4091"/>
                  </a:lnTo>
                  <a:lnTo>
                    <a:pt x="306501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69" y="130260"/>
                  </a:lnTo>
                  <a:lnTo>
                    <a:pt x="439044" y="169652"/>
                  </a:lnTo>
                  <a:lnTo>
                    <a:pt x="443343" y="211010"/>
                  </a:lnTo>
                  <a:lnTo>
                    <a:pt x="437488" y="259393"/>
                  </a:lnTo>
                  <a:lnTo>
                    <a:pt x="420812" y="303807"/>
                  </a:lnTo>
                  <a:lnTo>
                    <a:pt x="394644" y="342987"/>
                  </a:lnTo>
                  <a:lnTo>
                    <a:pt x="360315" y="375664"/>
                  </a:lnTo>
                  <a:lnTo>
                    <a:pt x="319157" y="400574"/>
                  </a:lnTo>
                  <a:lnTo>
                    <a:pt x="272498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23117" y="221406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0" y="118213"/>
                  </a:lnTo>
                  <a:lnTo>
                    <a:pt x="48698" y="79034"/>
                  </a:lnTo>
                  <a:lnTo>
                    <a:pt x="83026" y="46356"/>
                  </a:lnTo>
                  <a:lnTo>
                    <a:pt x="124185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19" y="4091"/>
                  </a:lnTo>
                  <a:lnTo>
                    <a:pt x="306501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69" y="130260"/>
                  </a:lnTo>
                  <a:lnTo>
                    <a:pt x="439044" y="169652"/>
                  </a:lnTo>
                  <a:lnTo>
                    <a:pt x="443343" y="211010"/>
                  </a:lnTo>
                  <a:lnTo>
                    <a:pt x="437488" y="259393"/>
                  </a:lnTo>
                  <a:lnTo>
                    <a:pt x="420812" y="303807"/>
                  </a:lnTo>
                  <a:lnTo>
                    <a:pt x="394644" y="342987"/>
                  </a:lnTo>
                  <a:lnTo>
                    <a:pt x="360316" y="375664"/>
                  </a:lnTo>
                  <a:lnTo>
                    <a:pt x="319157" y="400574"/>
                  </a:lnTo>
                  <a:lnTo>
                    <a:pt x="272498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5" y="400574"/>
                  </a:lnTo>
                  <a:lnTo>
                    <a:pt x="83026" y="375664"/>
                  </a:lnTo>
                  <a:lnTo>
                    <a:pt x="48698" y="342987"/>
                  </a:lnTo>
                  <a:lnTo>
                    <a:pt x="22530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1205" y="2640146"/>
              <a:ext cx="567169" cy="54584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823117" y="268300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5" y="400573"/>
                  </a:lnTo>
                  <a:lnTo>
                    <a:pt x="83026" y="375664"/>
                  </a:lnTo>
                  <a:lnTo>
                    <a:pt x="48698" y="342987"/>
                  </a:lnTo>
                  <a:lnTo>
                    <a:pt x="22530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0" y="118213"/>
                  </a:lnTo>
                  <a:lnTo>
                    <a:pt x="48698" y="79034"/>
                  </a:lnTo>
                  <a:lnTo>
                    <a:pt x="83026" y="46356"/>
                  </a:lnTo>
                  <a:lnTo>
                    <a:pt x="124185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19" y="4091"/>
                  </a:lnTo>
                  <a:lnTo>
                    <a:pt x="306501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69" y="130260"/>
                  </a:lnTo>
                  <a:lnTo>
                    <a:pt x="439044" y="169652"/>
                  </a:lnTo>
                  <a:lnTo>
                    <a:pt x="443343" y="211010"/>
                  </a:lnTo>
                  <a:lnTo>
                    <a:pt x="437488" y="259393"/>
                  </a:lnTo>
                  <a:lnTo>
                    <a:pt x="420812" y="303807"/>
                  </a:lnTo>
                  <a:lnTo>
                    <a:pt x="394644" y="342987"/>
                  </a:lnTo>
                  <a:lnTo>
                    <a:pt x="360315" y="375664"/>
                  </a:lnTo>
                  <a:lnTo>
                    <a:pt x="319157" y="400573"/>
                  </a:lnTo>
                  <a:lnTo>
                    <a:pt x="272498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23117" y="268300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0" y="118213"/>
                  </a:lnTo>
                  <a:lnTo>
                    <a:pt x="48698" y="79034"/>
                  </a:lnTo>
                  <a:lnTo>
                    <a:pt x="83026" y="46356"/>
                  </a:lnTo>
                  <a:lnTo>
                    <a:pt x="124185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19" y="4091"/>
                  </a:lnTo>
                  <a:lnTo>
                    <a:pt x="306501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69" y="130260"/>
                  </a:lnTo>
                  <a:lnTo>
                    <a:pt x="439044" y="169652"/>
                  </a:lnTo>
                  <a:lnTo>
                    <a:pt x="443343" y="211010"/>
                  </a:lnTo>
                  <a:lnTo>
                    <a:pt x="437488" y="259393"/>
                  </a:lnTo>
                  <a:lnTo>
                    <a:pt x="420812" y="303807"/>
                  </a:lnTo>
                  <a:lnTo>
                    <a:pt x="394644" y="342987"/>
                  </a:lnTo>
                  <a:lnTo>
                    <a:pt x="360316" y="375664"/>
                  </a:lnTo>
                  <a:lnTo>
                    <a:pt x="319157" y="400573"/>
                  </a:lnTo>
                  <a:lnTo>
                    <a:pt x="272498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5" y="400573"/>
                  </a:lnTo>
                  <a:lnTo>
                    <a:pt x="83026" y="375664"/>
                  </a:lnTo>
                  <a:lnTo>
                    <a:pt x="48698" y="342987"/>
                  </a:lnTo>
                  <a:lnTo>
                    <a:pt x="22530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1205" y="3109087"/>
              <a:ext cx="567169" cy="54584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823117" y="315194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5" y="400574"/>
                  </a:lnTo>
                  <a:lnTo>
                    <a:pt x="83026" y="375664"/>
                  </a:lnTo>
                  <a:lnTo>
                    <a:pt x="48698" y="342987"/>
                  </a:lnTo>
                  <a:lnTo>
                    <a:pt x="22530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0" y="118213"/>
                  </a:lnTo>
                  <a:lnTo>
                    <a:pt x="48698" y="79034"/>
                  </a:lnTo>
                  <a:lnTo>
                    <a:pt x="83026" y="46356"/>
                  </a:lnTo>
                  <a:lnTo>
                    <a:pt x="124185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19" y="4091"/>
                  </a:lnTo>
                  <a:lnTo>
                    <a:pt x="306501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69" y="130260"/>
                  </a:lnTo>
                  <a:lnTo>
                    <a:pt x="439044" y="169652"/>
                  </a:lnTo>
                  <a:lnTo>
                    <a:pt x="443343" y="211010"/>
                  </a:lnTo>
                  <a:lnTo>
                    <a:pt x="437488" y="259393"/>
                  </a:lnTo>
                  <a:lnTo>
                    <a:pt x="420812" y="303807"/>
                  </a:lnTo>
                  <a:lnTo>
                    <a:pt x="394644" y="342987"/>
                  </a:lnTo>
                  <a:lnTo>
                    <a:pt x="360315" y="375664"/>
                  </a:lnTo>
                  <a:lnTo>
                    <a:pt x="319157" y="400574"/>
                  </a:lnTo>
                  <a:lnTo>
                    <a:pt x="272498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23117" y="315194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0" y="211010"/>
                  </a:moveTo>
                  <a:lnTo>
                    <a:pt x="5854" y="162627"/>
                  </a:lnTo>
                  <a:lnTo>
                    <a:pt x="22530" y="118213"/>
                  </a:lnTo>
                  <a:lnTo>
                    <a:pt x="48698" y="79034"/>
                  </a:lnTo>
                  <a:lnTo>
                    <a:pt x="83026" y="46356"/>
                  </a:lnTo>
                  <a:lnTo>
                    <a:pt x="124185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19" y="4091"/>
                  </a:lnTo>
                  <a:lnTo>
                    <a:pt x="306501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69" y="130260"/>
                  </a:lnTo>
                  <a:lnTo>
                    <a:pt x="439044" y="169652"/>
                  </a:lnTo>
                  <a:lnTo>
                    <a:pt x="443343" y="211010"/>
                  </a:lnTo>
                  <a:lnTo>
                    <a:pt x="437488" y="259393"/>
                  </a:lnTo>
                  <a:lnTo>
                    <a:pt x="420812" y="303807"/>
                  </a:lnTo>
                  <a:lnTo>
                    <a:pt x="394644" y="342987"/>
                  </a:lnTo>
                  <a:lnTo>
                    <a:pt x="360316" y="375664"/>
                  </a:lnTo>
                  <a:lnTo>
                    <a:pt x="319157" y="400574"/>
                  </a:lnTo>
                  <a:lnTo>
                    <a:pt x="272498" y="416448"/>
                  </a:lnTo>
                  <a:lnTo>
                    <a:pt x="221671" y="422021"/>
                  </a:lnTo>
                  <a:lnTo>
                    <a:pt x="170844" y="416448"/>
                  </a:lnTo>
                  <a:lnTo>
                    <a:pt x="124185" y="400574"/>
                  </a:lnTo>
                  <a:lnTo>
                    <a:pt x="83026" y="375664"/>
                  </a:lnTo>
                  <a:lnTo>
                    <a:pt x="48698" y="342987"/>
                  </a:lnTo>
                  <a:lnTo>
                    <a:pt x="22530" y="303807"/>
                  </a:lnTo>
                  <a:lnTo>
                    <a:pt x="5854" y="259393"/>
                  </a:lnTo>
                  <a:lnTo>
                    <a:pt x="0" y="2110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1205" y="1702266"/>
              <a:ext cx="567169" cy="54584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823117" y="1745129"/>
              <a:ext cx="443865" cy="422275"/>
            </a:xfrm>
            <a:custGeom>
              <a:avLst/>
              <a:gdLst/>
              <a:ahLst/>
              <a:cxnLst/>
              <a:rect l="l" t="t" r="r" b="b"/>
              <a:pathLst>
                <a:path w="443865" h="422275">
                  <a:moveTo>
                    <a:pt x="221671" y="422021"/>
                  </a:moveTo>
                  <a:lnTo>
                    <a:pt x="170844" y="416448"/>
                  </a:lnTo>
                  <a:lnTo>
                    <a:pt x="124185" y="400573"/>
                  </a:lnTo>
                  <a:lnTo>
                    <a:pt x="83026" y="375664"/>
                  </a:lnTo>
                  <a:lnTo>
                    <a:pt x="48698" y="342987"/>
                  </a:lnTo>
                  <a:lnTo>
                    <a:pt x="22530" y="303807"/>
                  </a:lnTo>
                  <a:lnTo>
                    <a:pt x="5854" y="259393"/>
                  </a:lnTo>
                  <a:lnTo>
                    <a:pt x="0" y="211010"/>
                  </a:lnTo>
                  <a:lnTo>
                    <a:pt x="5854" y="162627"/>
                  </a:lnTo>
                  <a:lnTo>
                    <a:pt x="22530" y="118213"/>
                  </a:lnTo>
                  <a:lnTo>
                    <a:pt x="48698" y="79034"/>
                  </a:lnTo>
                  <a:lnTo>
                    <a:pt x="83026" y="46356"/>
                  </a:lnTo>
                  <a:lnTo>
                    <a:pt x="124185" y="21447"/>
                  </a:lnTo>
                  <a:lnTo>
                    <a:pt x="170844" y="5572"/>
                  </a:lnTo>
                  <a:lnTo>
                    <a:pt x="221671" y="0"/>
                  </a:lnTo>
                  <a:lnTo>
                    <a:pt x="265119" y="4091"/>
                  </a:lnTo>
                  <a:lnTo>
                    <a:pt x="306501" y="16062"/>
                  </a:lnTo>
                  <a:lnTo>
                    <a:pt x="344655" y="35452"/>
                  </a:lnTo>
                  <a:lnTo>
                    <a:pt x="378417" y="61803"/>
                  </a:lnTo>
                  <a:lnTo>
                    <a:pt x="406100" y="93941"/>
                  </a:lnTo>
                  <a:lnTo>
                    <a:pt x="426469" y="130260"/>
                  </a:lnTo>
                  <a:lnTo>
                    <a:pt x="439044" y="169652"/>
                  </a:lnTo>
                  <a:lnTo>
                    <a:pt x="443343" y="211010"/>
                  </a:lnTo>
                  <a:lnTo>
                    <a:pt x="437488" y="259393"/>
                  </a:lnTo>
                  <a:lnTo>
                    <a:pt x="420812" y="303807"/>
                  </a:lnTo>
                  <a:lnTo>
                    <a:pt x="394644" y="342987"/>
                  </a:lnTo>
                  <a:lnTo>
                    <a:pt x="360315" y="375664"/>
                  </a:lnTo>
                  <a:lnTo>
                    <a:pt x="319157" y="400573"/>
                  </a:lnTo>
                  <a:lnTo>
                    <a:pt x="272498" y="416448"/>
                  </a:lnTo>
                  <a:lnTo>
                    <a:pt x="221671" y="42202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671349" y="1745129"/>
              <a:ext cx="1595120" cy="442595"/>
            </a:xfrm>
            <a:custGeom>
              <a:avLst/>
              <a:gdLst/>
              <a:ahLst/>
              <a:cxnLst/>
              <a:rect l="l" t="t" r="r" b="b"/>
              <a:pathLst>
                <a:path w="1595120" h="442594">
                  <a:moveTo>
                    <a:pt x="1151768" y="211010"/>
                  </a:moveTo>
                  <a:lnTo>
                    <a:pt x="1157622" y="162627"/>
                  </a:lnTo>
                  <a:lnTo>
                    <a:pt x="1174299" y="118213"/>
                  </a:lnTo>
                  <a:lnTo>
                    <a:pt x="1200466" y="79034"/>
                  </a:lnTo>
                  <a:lnTo>
                    <a:pt x="1234795" y="46356"/>
                  </a:lnTo>
                  <a:lnTo>
                    <a:pt x="1275953" y="21447"/>
                  </a:lnTo>
                  <a:lnTo>
                    <a:pt x="1322612" y="5572"/>
                  </a:lnTo>
                  <a:lnTo>
                    <a:pt x="1373439" y="0"/>
                  </a:lnTo>
                  <a:lnTo>
                    <a:pt x="1416887" y="4091"/>
                  </a:lnTo>
                  <a:lnTo>
                    <a:pt x="1458269" y="16062"/>
                  </a:lnTo>
                  <a:lnTo>
                    <a:pt x="1496423" y="35452"/>
                  </a:lnTo>
                  <a:lnTo>
                    <a:pt x="1530185" y="61803"/>
                  </a:lnTo>
                  <a:lnTo>
                    <a:pt x="1557868" y="93941"/>
                  </a:lnTo>
                  <a:lnTo>
                    <a:pt x="1578237" y="130260"/>
                  </a:lnTo>
                  <a:lnTo>
                    <a:pt x="1590813" y="169652"/>
                  </a:lnTo>
                  <a:lnTo>
                    <a:pt x="1595111" y="211010"/>
                  </a:lnTo>
                  <a:lnTo>
                    <a:pt x="1589257" y="259393"/>
                  </a:lnTo>
                  <a:lnTo>
                    <a:pt x="1572580" y="303807"/>
                  </a:lnTo>
                  <a:lnTo>
                    <a:pt x="1546412" y="342987"/>
                  </a:lnTo>
                  <a:lnTo>
                    <a:pt x="1512084" y="375664"/>
                  </a:lnTo>
                  <a:lnTo>
                    <a:pt x="1470925" y="400573"/>
                  </a:lnTo>
                  <a:lnTo>
                    <a:pt x="1424267" y="416448"/>
                  </a:lnTo>
                  <a:lnTo>
                    <a:pt x="1373439" y="422021"/>
                  </a:lnTo>
                  <a:lnTo>
                    <a:pt x="1322612" y="416448"/>
                  </a:lnTo>
                  <a:lnTo>
                    <a:pt x="1275953" y="400573"/>
                  </a:lnTo>
                  <a:lnTo>
                    <a:pt x="1234795" y="375664"/>
                  </a:lnTo>
                  <a:lnTo>
                    <a:pt x="1200466" y="342987"/>
                  </a:lnTo>
                  <a:lnTo>
                    <a:pt x="1174299" y="303807"/>
                  </a:lnTo>
                  <a:lnTo>
                    <a:pt x="1157622" y="259393"/>
                  </a:lnTo>
                  <a:lnTo>
                    <a:pt x="1151768" y="211010"/>
                  </a:lnTo>
                  <a:close/>
                </a:path>
                <a:path w="1595120" h="442594">
                  <a:moveTo>
                    <a:pt x="0" y="442032"/>
                  </a:moveTo>
                  <a:lnTo>
                    <a:pt x="306346" y="2422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969102" y="1963793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30">
                  <a:moveTo>
                    <a:pt x="17186" y="36788"/>
                  </a:moveTo>
                  <a:lnTo>
                    <a:pt x="0" y="10431"/>
                  </a:lnTo>
                  <a:lnTo>
                    <a:pt x="44800" y="0"/>
                  </a:lnTo>
                  <a:lnTo>
                    <a:pt x="17186" y="3678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969102" y="1963793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30">
                  <a:moveTo>
                    <a:pt x="17186" y="36788"/>
                  </a:moveTo>
                  <a:lnTo>
                    <a:pt x="44800" y="0"/>
                  </a:lnTo>
                  <a:lnTo>
                    <a:pt x="0" y="10431"/>
                  </a:lnTo>
                  <a:lnTo>
                    <a:pt x="17186" y="3678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71349" y="2187162"/>
              <a:ext cx="307340" cy="206375"/>
            </a:xfrm>
            <a:custGeom>
              <a:avLst/>
              <a:gdLst/>
              <a:ahLst/>
              <a:cxnLst/>
              <a:rect l="l" t="t" r="r" b="b"/>
              <a:pathLst>
                <a:path w="307339" h="206375">
                  <a:moveTo>
                    <a:pt x="0" y="0"/>
                  </a:moveTo>
                  <a:lnTo>
                    <a:pt x="306777" y="20607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69354" y="238017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654" y="37162"/>
                  </a:moveTo>
                  <a:lnTo>
                    <a:pt x="0" y="26119"/>
                  </a:lnTo>
                  <a:lnTo>
                    <a:pt x="17545" y="0"/>
                  </a:lnTo>
                  <a:lnTo>
                    <a:pt x="44654" y="371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69354" y="238017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6119"/>
                  </a:moveTo>
                  <a:lnTo>
                    <a:pt x="44654" y="37162"/>
                  </a:lnTo>
                  <a:lnTo>
                    <a:pt x="17545" y="0"/>
                  </a:lnTo>
                  <a:lnTo>
                    <a:pt x="0" y="2611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71349" y="2187162"/>
              <a:ext cx="328930" cy="655955"/>
            </a:xfrm>
            <a:custGeom>
              <a:avLst/>
              <a:gdLst/>
              <a:ahLst/>
              <a:cxnLst/>
              <a:rect l="l" t="t" r="r" b="b"/>
              <a:pathLst>
                <a:path w="328929" h="655955">
                  <a:moveTo>
                    <a:pt x="0" y="0"/>
                  </a:moveTo>
                  <a:lnTo>
                    <a:pt x="328614" y="65575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85898" y="2835871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33431" y="45692"/>
                  </a:moveTo>
                  <a:lnTo>
                    <a:pt x="0" y="14096"/>
                  </a:lnTo>
                  <a:lnTo>
                    <a:pt x="28130" y="0"/>
                  </a:lnTo>
                  <a:lnTo>
                    <a:pt x="33431" y="4569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85898" y="2835871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0" y="14096"/>
                  </a:moveTo>
                  <a:lnTo>
                    <a:pt x="33431" y="45692"/>
                  </a:lnTo>
                  <a:lnTo>
                    <a:pt x="28130" y="0"/>
                  </a:lnTo>
                  <a:lnTo>
                    <a:pt x="0" y="1409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71349" y="2007223"/>
              <a:ext cx="354330" cy="1355725"/>
            </a:xfrm>
            <a:custGeom>
              <a:avLst/>
              <a:gdLst/>
              <a:ahLst/>
              <a:cxnLst/>
              <a:rect l="l" t="t" r="r" b="b"/>
              <a:pathLst>
                <a:path w="354329" h="1355725">
                  <a:moveTo>
                    <a:pt x="0" y="179938"/>
                  </a:moveTo>
                  <a:lnTo>
                    <a:pt x="354218" y="1355701"/>
                  </a:lnTo>
                </a:path>
                <a:path w="354329" h="1355725">
                  <a:moveTo>
                    <a:pt x="0" y="652326"/>
                  </a:moveTo>
                  <a:lnTo>
                    <a:pt x="328513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985811" y="196861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28102" y="45682"/>
                  </a:moveTo>
                  <a:lnTo>
                    <a:pt x="0" y="31529"/>
                  </a:lnTo>
                  <a:lnTo>
                    <a:pt x="33493" y="0"/>
                  </a:lnTo>
                  <a:lnTo>
                    <a:pt x="28102" y="4568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85811" y="196861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28102" y="45682"/>
                  </a:moveTo>
                  <a:lnTo>
                    <a:pt x="33493" y="0"/>
                  </a:lnTo>
                  <a:lnTo>
                    <a:pt x="0" y="31529"/>
                  </a:lnTo>
                  <a:lnTo>
                    <a:pt x="28102" y="4568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671349" y="2010894"/>
              <a:ext cx="337820" cy="1121410"/>
            </a:xfrm>
            <a:custGeom>
              <a:avLst/>
              <a:gdLst/>
              <a:ahLst/>
              <a:cxnLst/>
              <a:rect l="l" t="t" r="r" b="b"/>
              <a:pathLst>
                <a:path w="337820" h="1121410">
                  <a:moveTo>
                    <a:pt x="0" y="1121043"/>
                  </a:moveTo>
                  <a:lnTo>
                    <a:pt x="33773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994018" y="1969506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27" y="45926"/>
                  </a:moveTo>
                  <a:lnTo>
                    <a:pt x="0" y="36849"/>
                  </a:lnTo>
                  <a:lnTo>
                    <a:pt x="27532" y="0"/>
                  </a:lnTo>
                  <a:lnTo>
                    <a:pt x="30127" y="4592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994018" y="1969506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27" y="45926"/>
                  </a:moveTo>
                  <a:lnTo>
                    <a:pt x="27532" y="0"/>
                  </a:lnTo>
                  <a:lnTo>
                    <a:pt x="0" y="36849"/>
                  </a:lnTo>
                  <a:lnTo>
                    <a:pt x="30127" y="4592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671349" y="2456637"/>
              <a:ext cx="306705" cy="203200"/>
            </a:xfrm>
            <a:custGeom>
              <a:avLst/>
              <a:gdLst/>
              <a:ahLst/>
              <a:cxnLst/>
              <a:rect l="l" t="t" r="r" b="b"/>
              <a:pathLst>
                <a:path w="306704" h="203200">
                  <a:moveTo>
                    <a:pt x="0" y="202912"/>
                  </a:moveTo>
                  <a:lnTo>
                    <a:pt x="30656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969227" y="243277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367" y="36977"/>
                  </a:moveTo>
                  <a:lnTo>
                    <a:pt x="0" y="10738"/>
                  </a:lnTo>
                  <a:lnTo>
                    <a:pt x="44728" y="0"/>
                  </a:lnTo>
                  <a:lnTo>
                    <a:pt x="17367" y="3697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69227" y="243277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367" y="36977"/>
                  </a:moveTo>
                  <a:lnTo>
                    <a:pt x="44728" y="0"/>
                  </a:lnTo>
                  <a:lnTo>
                    <a:pt x="0" y="10738"/>
                  </a:lnTo>
                  <a:lnTo>
                    <a:pt x="17367" y="3697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671349" y="2659550"/>
              <a:ext cx="306705" cy="203200"/>
            </a:xfrm>
            <a:custGeom>
              <a:avLst/>
              <a:gdLst/>
              <a:ahLst/>
              <a:cxnLst/>
              <a:rect l="l" t="t" r="r" b="b"/>
              <a:pathLst>
                <a:path w="306704" h="203200">
                  <a:moveTo>
                    <a:pt x="0" y="0"/>
                  </a:moveTo>
                  <a:lnTo>
                    <a:pt x="306561" y="20291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69227" y="284934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728" y="36977"/>
                  </a:moveTo>
                  <a:lnTo>
                    <a:pt x="0" y="26238"/>
                  </a:lnTo>
                  <a:lnTo>
                    <a:pt x="17367" y="0"/>
                  </a:lnTo>
                  <a:lnTo>
                    <a:pt x="44728" y="3697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69227" y="284934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6238"/>
                  </a:moveTo>
                  <a:lnTo>
                    <a:pt x="44728" y="36977"/>
                  </a:lnTo>
                  <a:lnTo>
                    <a:pt x="17367" y="0"/>
                  </a:lnTo>
                  <a:lnTo>
                    <a:pt x="0" y="26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671349" y="2659550"/>
              <a:ext cx="328930" cy="652780"/>
            </a:xfrm>
            <a:custGeom>
              <a:avLst/>
              <a:gdLst/>
              <a:ahLst/>
              <a:cxnLst/>
              <a:rect l="l" t="t" r="r" b="b"/>
              <a:pathLst>
                <a:path w="328929" h="652779">
                  <a:moveTo>
                    <a:pt x="0" y="0"/>
                  </a:moveTo>
                  <a:lnTo>
                    <a:pt x="328513" y="65232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985811" y="3304799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20">
                  <a:moveTo>
                    <a:pt x="33493" y="45682"/>
                  </a:moveTo>
                  <a:lnTo>
                    <a:pt x="0" y="14152"/>
                  </a:lnTo>
                  <a:lnTo>
                    <a:pt x="28102" y="0"/>
                  </a:lnTo>
                  <a:lnTo>
                    <a:pt x="33493" y="4568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985811" y="3304799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20">
                  <a:moveTo>
                    <a:pt x="0" y="14152"/>
                  </a:moveTo>
                  <a:lnTo>
                    <a:pt x="33493" y="45682"/>
                  </a:lnTo>
                  <a:lnTo>
                    <a:pt x="28102" y="0"/>
                  </a:lnTo>
                  <a:lnTo>
                    <a:pt x="0" y="141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671349" y="2476180"/>
              <a:ext cx="328930" cy="655955"/>
            </a:xfrm>
            <a:custGeom>
              <a:avLst/>
              <a:gdLst/>
              <a:ahLst/>
              <a:cxnLst/>
              <a:rect l="l" t="t" r="r" b="b"/>
              <a:pathLst>
                <a:path w="328929" h="655955">
                  <a:moveTo>
                    <a:pt x="0" y="655757"/>
                  </a:moveTo>
                  <a:lnTo>
                    <a:pt x="32861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985898" y="2437535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28130" y="45692"/>
                  </a:moveTo>
                  <a:lnTo>
                    <a:pt x="0" y="31595"/>
                  </a:lnTo>
                  <a:lnTo>
                    <a:pt x="33431" y="0"/>
                  </a:lnTo>
                  <a:lnTo>
                    <a:pt x="28130" y="4569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985898" y="2437535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28130" y="45692"/>
                  </a:moveTo>
                  <a:lnTo>
                    <a:pt x="33431" y="0"/>
                  </a:lnTo>
                  <a:lnTo>
                    <a:pt x="0" y="31595"/>
                  </a:lnTo>
                  <a:lnTo>
                    <a:pt x="28130" y="4569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671349" y="2925866"/>
              <a:ext cx="307340" cy="206375"/>
            </a:xfrm>
            <a:custGeom>
              <a:avLst/>
              <a:gdLst/>
              <a:ahLst/>
              <a:cxnLst/>
              <a:rect l="l" t="t" r="r" b="b"/>
              <a:pathLst>
                <a:path w="307339" h="206375">
                  <a:moveTo>
                    <a:pt x="0" y="206071"/>
                  </a:moveTo>
                  <a:lnTo>
                    <a:pt x="30677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969354" y="290176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545" y="37162"/>
                  </a:moveTo>
                  <a:lnTo>
                    <a:pt x="0" y="11042"/>
                  </a:lnTo>
                  <a:lnTo>
                    <a:pt x="44654" y="0"/>
                  </a:lnTo>
                  <a:lnTo>
                    <a:pt x="17545" y="371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969354" y="290176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545" y="37162"/>
                  </a:moveTo>
                  <a:lnTo>
                    <a:pt x="44654" y="0"/>
                  </a:lnTo>
                  <a:lnTo>
                    <a:pt x="0" y="11042"/>
                  </a:lnTo>
                  <a:lnTo>
                    <a:pt x="17545" y="371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671349" y="2925866"/>
              <a:ext cx="307340" cy="206375"/>
            </a:xfrm>
            <a:custGeom>
              <a:avLst/>
              <a:gdLst/>
              <a:ahLst/>
              <a:cxnLst/>
              <a:rect l="l" t="t" r="r" b="b"/>
              <a:pathLst>
                <a:path w="307339" h="206375">
                  <a:moveTo>
                    <a:pt x="0" y="206071"/>
                  </a:moveTo>
                  <a:lnTo>
                    <a:pt x="30677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969354" y="290176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545" y="37162"/>
                  </a:moveTo>
                  <a:lnTo>
                    <a:pt x="0" y="11042"/>
                  </a:lnTo>
                  <a:lnTo>
                    <a:pt x="44654" y="0"/>
                  </a:lnTo>
                  <a:lnTo>
                    <a:pt x="17545" y="371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69354" y="290176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545" y="37162"/>
                  </a:moveTo>
                  <a:lnTo>
                    <a:pt x="44654" y="0"/>
                  </a:lnTo>
                  <a:lnTo>
                    <a:pt x="0" y="11042"/>
                  </a:lnTo>
                  <a:lnTo>
                    <a:pt x="17545" y="371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671349" y="3131937"/>
              <a:ext cx="306705" cy="200025"/>
            </a:xfrm>
            <a:custGeom>
              <a:avLst/>
              <a:gdLst/>
              <a:ahLst/>
              <a:cxnLst/>
              <a:rect l="l" t="t" r="r" b="b"/>
              <a:pathLst>
                <a:path w="306704" h="200025">
                  <a:moveTo>
                    <a:pt x="0" y="0"/>
                  </a:moveTo>
                  <a:lnTo>
                    <a:pt x="306346" y="19975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969102" y="3318517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29">
                  <a:moveTo>
                    <a:pt x="44800" y="36788"/>
                  </a:moveTo>
                  <a:lnTo>
                    <a:pt x="0" y="26356"/>
                  </a:lnTo>
                  <a:lnTo>
                    <a:pt x="17186" y="0"/>
                  </a:lnTo>
                  <a:lnTo>
                    <a:pt x="44800" y="3678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969102" y="3318517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29">
                  <a:moveTo>
                    <a:pt x="0" y="26356"/>
                  </a:moveTo>
                  <a:lnTo>
                    <a:pt x="44800" y="36788"/>
                  </a:lnTo>
                  <a:lnTo>
                    <a:pt x="17186" y="0"/>
                  </a:lnTo>
                  <a:lnTo>
                    <a:pt x="0" y="2635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468905" y="1956139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706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765973" y="19404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765973" y="19404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468905" y="2425080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706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65973" y="240934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765973" y="240934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468905" y="2894020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706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765973" y="28782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765973" y="28782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468905" y="3362960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706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765973" y="334722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765973" y="334722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468905" y="1956139"/>
              <a:ext cx="320040" cy="423545"/>
            </a:xfrm>
            <a:custGeom>
              <a:avLst/>
              <a:gdLst/>
              <a:ahLst/>
              <a:cxnLst/>
              <a:rect l="l" t="t" r="r" b="b"/>
              <a:pathLst>
                <a:path w="320040" h="423544">
                  <a:moveTo>
                    <a:pt x="0" y="0"/>
                  </a:moveTo>
                  <a:lnTo>
                    <a:pt x="319770" y="42331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776122" y="236996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38607" y="43973"/>
                  </a:moveTo>
                  <a:lnTo>
                    <a:pt x="0" y="18965"/>
                  </a:lnTo>
                  <a:lnTo>
                    <a:pt x="25107" y="0"/>
                  </a:lnTo>
                  <a:lnTo>
                    <a:pt x="38607" y="4397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776122" y="236996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0" y="18965"/>
                  </a:moveTo>
                  <a:lnTo>
                    <a:pt x="38607" y="43973"/>
                  </a:lnTo>
                  <a:lnTo>
                    <a:pt x="25107" y="0"/>
                  </a:lnTo>
                  <a:lnTo>
                    <a:pt x="0" y="189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468905" y="1956139"/>
              <a:ext cx="334645" cy="884555"/>
            </a:xfrm>
            <a:custGeom>
              <a:avLst/>
              <a:gdLst/>
              <a:ahLst/>
              <a:cxnLst/>
              <a:rect l="l" t="t" r="r" b="b"/>
              <a:pathLst>
                <a:path w="334645" h="884555">
                  <a:moveTo>
                    <a:pt x="0" y="0"/>
                  </a:moveTo>
                  <a:lnTo>
                    <a:pt x="334025" y="88436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788212" y="283494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29990" y="45996"/>
                  </a:moveTo>
                  <a:lnTo>
                    <a:pt x="0" y="11117"/>
                  </a:lnTo>
                  <a:lnTo>
                    <a:pt x="29435" y="0"/>
                  </a:lnTo>
                  <a:lnTo>
                    <a:pt x="29990" y="459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788212" y="283494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0" y="11117"/>
                  </a:moveTo>
                  <a:lnTo>
                    <a:pt x="29990" y="45996"/>
                  </a:lnTo>
                  <a:lnTo>
                    <a:pt x="29435" y="0"/>
                  </a:lnTo>
                  <a:lnTo>
                    <a:pt x="0" y="1111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468905" y="1956139"/>
              <a:ext cx="340360" cy="1351915"/>
            </a:xfrm>
            <a:custGeom>
              <a:avLst/>
              <a:gdLst/>
              <a:ahLst/>
              <a:cxnLst/>
              <a:rect l="l" t="t" r="r" b="b"/>
              <a:pathLst>
                <a:path w="340359" h="1351914">
                  <a:moveTo>
                    <a:pt x="0" y="0"/>
                  </a:moveTo>
                  <a:lnTo>
                    <a:pt x="340264" y="135144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793913" y="3303740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5" h="46354">
                  <a:moveTo>
                    <a:pt x="25810" y="45758"/>
                  </a:moveTo>
                  <a:lnTo>
                    <a:pt x="0" y="7682"/>
                  </a:lnTo>
                  <a:lnTo>
                    <a:pt x="30513" y="0"/>
                  </a:lnTo>
                  <a:lnTo>
                    <a:pt x="25810" y="4575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793913" y="3303740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5" h="46354">
                  <a:moveTo>
                    <a:pt x="0" y="7682"/>
                  </a:moveTo>
                  <a:lnTo>
                    <a:pt x="25810" y="45758"/>
                  </a:lnTo>
                  <a:lnTo>
                    <a:pt x="30513" y="0"/>
                  </a:lnTo>
                  <a:lnTo>
                    <a:pt x="0" y="768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468905" y="2425080"/>
              <a:ext cx="320040" cy="423545"/>
            </a:xfrm>
            <a:custGeom>
              <a:avLst/>
              <a:gdLst/>
              <a:ahLst/>
              <a:cxnLst/>
              <a:rect l="l" t="t" r="r" b="b"/>
              <a:pathLst>
                <a:path w="320040" h="423544">
                  <a:moveTo>
                    <a:pt x="0" y="0"/>
                  </a:moveTo>
                  <a:lnTo>
                    <a:pt x="319770" y="42331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776122" y="283890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38607" y="43973"/>
                  </a:moveTo>
                  <a:lnTo>
                    <a:pt x="0" y="18965"/>
                  </a:lnTo>
                  <a:lnTo>
                    <a:pt x="25107" y="0"/>
                  </a:lnTo>
                  <a:lnTo>
                    <a:pt x="38607" y="4397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776122" y="283890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0" y="18965"/>
                  </a:moveTo>
                  <a:lnTo>
                    <a:pt x="38607" y="43973"/>
                  </a:lnTo>
                  <a:lnTo>
                    <a:pt x="25107" y="0"/>
                  </a:lnTo>
                  <a:lnTo>
                    <a:pt x="0" y="189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468905" y="2425080"/>
              <a:ext cx="334645" cy="884555"/>
            </a:xfrm>
            <a:custGeom>
              <a:avLst/>
              <a:gdLst/>
              <a:ahLst/>
              <a:cxnLst/>
              <a:rect l="l" t="t" r="r" b="b"/>
              <a:pathLst>
                <a:path w="334645" h="884554">
                  <a:moveTo>
                    <a:pt x="0" y="0"/>
                  </a:moveTo>
                  <a:lnTo>
                    <a:pt x="334025" y="88436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788212" y="330388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29990" y="45995"/>
                  </a:moveTo>
                  <a:lnTo>
                    <a:pt x="0" y="11117"/>
                  </a:lnTo>
                  <a:lnTo>
                    <a:pt x="29435" y="0"/>
                  </a:lnTo>
                  <a:lnTo>
                    <a:pt x="29990" y="4599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788212" y="330388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0" y="11117"/>
                  </a:moveTo>
                  <a:lnTo>
                    <a:pt x="29990" y="45995"/>
                  </a:lnTo>
                  <a:lnTo>
                    <a:pt x="29435" y="0"/>
                  </a:lnTo>
                  <a:lnTo>
                    <a:pt x="0" y="1111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468905" y="2009658"/>
              <a:ext cx="334645" cy="884555"/>
            </a:xfrm>
            <a:custGeom>
              <a:avLst/>
              <a:gdLst/>
              <a:ahLst/>
              <a:cxnLst/>
              <a:rect l="l" t="t" r="r" b="b"/>
              <a:pathLst>
                <a:path w="334645" h="884555">
                  <a:moveTo>
                    <a:pt x="0" y="884361"/>
                  </a:moveTo>
                  <a:lnTo>
                    <a:pt x="33402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788212" y="1969221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29435" y="45996"/>
                  </a:moveTo>
                  <a:lnTo>
                    <a:pt x="0" y="34878"/>
                  </a:lnTo>
                  <a:lnTo>
                    <a:pt x="29990" y="0"/>
                  </a:lnTo>
                  <a:lnTo>
                    <a:pt x="29435" y="459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788212" y="1969221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29435" y="45996"/>
                  </a:moveTo>
                  <a:lnTo>
                    <a:pt x="29990" y="0"/>
                  </a:lnTo>
                  <a:lnTo>
                    <a:pt x="0" y="34878"/>
                  </a:lnTo>
                  <a:lnTo>
                    <a:pt x="29435" y="4599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468905" y="2470708"/>
              <a:ext cx="320040" cy="423545"/>
            </a:xfrm>
            <a:custGeom>
              <a:avLst/>
              <a:gdLst/>
              <a:ahLst/>
              <a:cxnLst/>
              <a:rect l="l" t="t" r="r" b="b"/>
              <a:pathLst>
                <a:path w="320040" h="423544">
                  <a:moveTo>
                    <a:pt x="0" y="423311"/>
                  </a:moveTo>
                  <a:lnTo>
                    <a:pt x="31977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776122" y="243621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107" y="43973"/>
                  </a:moveTo>
                  <a:lnTo>
                    <a:pt x="0" y="25007"/>
                  </a:lnTo>
                  <a:lnTo>
                    <a:pt x="38607" y="0"/>
                  </a:lnTo>
                  <a:lnTo>
                    <a:pt x="25107" y="4397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776122" y="243621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107" y="43973"/>
                  </a:moveTo>
                  <a:lnTo>
                    <a:pt x="38607" y="0"/>
                  </a:lnTo>
                  <a:lnTo>
                    <a:pt x="0" y="25007"/>
                  </a:lnTo>
                  <a:lnTo>
                    <a:pt x="25107" y="4397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468905" y="2939649"/>
              <a:ext cx="320040" cy="423545"/>
            </a:xfrm>
            <a:custGeom>
              <a:avLst/>
              <a:gdLst/>
              <a:ahLst/>
              <a:cxnLst/>
              <a:rect l="l" t="t" r="r" b="b"/>
              <a:pathLst>
                <a:path w="320040" h="423545">
                  <a:moveTo>
                    <a:pt x="0" y="423310"/>
                  </a:moveTo>
                  <a:lnTo>
                    <a:pt x="31977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776122" y="290515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107" y="43973"/>
                  </a:moveTo>
                  <a:lnTo>
                    <a:pt x="0" y="25007"/>
                  </a:lnTo>
                  <a:lnTo>
                    <a:pt x="38607" y="0"/>
                  </a:lnTo>
                  <a:lnTo>
                    <a:pt x="25107" y="4397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776122" y="290515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107" y="43973"/>
                  </a:moveTo>
                  <a:lnTo>
                    <a:pt x="38607" y="0"/>
                  </a:lnTo>
                  <a:lnTo>
                    <a:pt x="0" y="25007"/>
                  </a:lnTo>
                  <a:lnTo>
                    <a:pt x="25107" y="4397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468905" y="2001768"/>
              <a:ext cx="320040" cy="423545"/>
            </a:xfrm>
            <a:custGeom>
              <a:avLst/>
              <a:gdLst/>
              <a:ahLst/>
              <a:cxnLst/>
              <a:rect l="l" t="t" r="r" b="b"/>
              <a:pathLst>
                <a:path w="320040" h="423544">
                  <a:moveTo>
                    <a:pt x="0" y="423311"/>
                  </a:moveTo>
                  <a:lnTo>
                    <a:pt x="31977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776122" y="196727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107" y="43973"/>
                  </a:moveTo>
                  <a:lnTo>
                    <a:pt x="0" y="25007"/>
                  </a:lnTo>
                  <a:lnTo>
                    <a:pt x="38607" y="0"/>
                  </a:lnTo>
                  <a:lnTo>
                    <a:pt x="25107" y="4397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776122" y="196727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107" y="43973"/>
                  </a:moveTo>
                  <a:lnTo>
                    <a:pt x="38607" y="0"/>
                  </a:lnTo>
                  <a:lnTo>
                    <a:pt x="0" y="25007"/>
                  </a:lnTo>
                  <a:lnTo>
                    <a:pt x="25107" y="4397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468905" y="2894020"/>
              <a:ext cx="320040" cy="423545"/>
            </a:xfrm>
            <a:custGeom>
              <a:avLst/>
              <a:gdLst/>
              <a:ahLst/>
              <a:cxnLst/>
              <a:rect l="l" t="t" r="r" b="b"/>
              <a:pathLst>
                <a:path w="320040" h="423545">
                  <a:moveTo>
                    <a:pt x="0" y="0"/>
                  </a:moveTo>
                  <a:lnTo>
                    <a:pt x="319770" y="42331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776122" y="3307847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38607" y="43973"/>
                  </a:moveTo>
                  <a:lnTo>
                    <a:pt x="0" y="18965"/>
                  </a:lnTo>
                  <a:lnTo>
                    <a:pt x="25107" y="0"/>
                  </a:lnTo>
                  <a:lnTo>
                    <a:pt x="38607" y="4397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776122" y="3307847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0" y="18965"/>
                  </a:moveTo>
                  <a:lnTo>
                    <a:pt x="38607" y="43973"/>
                  </a:lnTo>
                  <a:lnTo>
                    <a:pt x="25107" y="0"/>
                  </a:lnTo>
                  <a:lnTo>
                    <a:pt x="0" y="189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468905" y="2478598"/>
              <a:ext cx="334645" cy="884555"/>
            </a:xfrm>
            <a:custGeom>
              <a:avLst/>
              <a:gdLst/>
              <a:ahLst/>
              <a:cxnLst/>
              <a:rect l="l" t="t" r="r" b="b"/>
              <a:pathLst>
                <a:path w="334645" h="884554">
                  <a:moveTo>
                    <a:pt x="0" y="884361"/>
                  </a:moveTo>
                  <a:lnTo>
                    <a:pt x="33402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788212" y="2438161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29435" y="45996"/>
                  </a:moveTo>
                  <a:lnTo>
                    <a:pt x="0" y="34878"/>
                  </a:lnTo>
                  <a:lnTo>
                    <a:pt x="29990" y="0"/>
                  </a:lnTo>
                  <a:lnTo>
                    <a:pt x="29435" y="459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788212" y="2438161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29435" y="45996"/>
                  </a:moveTo>
                  <a:lnTo>
                    <a:pt x="29990" y="0"/>
                  </a:lnTo>
                  <a:lnTo>
                    <a:pt x="0" y="34878"/>
                  </a:lnTo>
                  <a:lnTo>
                    <a:pt x="29435" y="4599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468905" y="2011518"/>
              <a:ext cx="340360" cy="1351915"/>
            </a:xfrm>
            <a:custGeom>
              <a:avLst/>
              <a:gdLst/>
              <a:ahLst/>
              <a:cxnLst/>
              <a:rect l="l" t="t" r="r" b="b"/>
              <a:pathLst>
                <a:path w="340359" h="1351914">
                  <a:moveTo>
                    <a:pt x="0" y="1351441"/>
                  </a:moveTo>
                  <a:lnTo>
                    <a:pt x="34026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793913" y="1969601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5" h="46355">
                  <a:moveTo>
                    <a:pt x="30513" y="45758"/>
                  </a:moveTo>
                  <a:lnTo>
                    <a:pt x="0" y="38075"/>
                  </a:lnTo>
                  <a:lnTo>
                    <a:pt x="25810" y="0"/>
                  </a:lnTo>
                  <a:lnTo>
                    <a:pt x="30513" y="4575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793913" y="1969601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5" h="46355">
                  <a:moveTo>
                    <a:pt x="30513" y="45758"/>
                  </a:moveTo>
                  <a:lnTo>
                    <a:pt x="25810" y="0"/>
                  </a:lnTo>
                  <a:lnTo>
                    <a:pt x="0" y="38075"/>
                  </a:lnTo>
                  <a:lnTo>
                    <a:pt x="30513" y="4575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266461" y="2219008"/>
              <a:ext cx="307340" cy="206375"/>
            </a:xfrm>
            <a:custGeom>
              <a:avLst/>
              <a:gdLst/>
              <a:ahLst/>
              <a:cxnLst/>
              <a:rect l="l" t="t" r="r" b="b"/>
              <a:pathLst>
                <a:path w="307340" h="206375">
                  <a:moveTo>
                    <a:pt x="0" y="206071"/>
                  </a:moveTo>
                  <a:lnTo>
                    <a:pt x="30677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564466" y="2194905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545" y="37162"/>
                  </a:moveTo>
                  <a:lnTo>
                    <a:pt x="0" y="11042"/>
                  </a:lnTo>
                  <a:lnTo>
                    <a:pt x="44654" y="0"/>
                  </a:lnTo>
                  <a:lnTo>
                    <a:pt x="17545" y="371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564466" y="2194905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545" y="37162"/>
                  </a:moveTo>
                  <a:lnTo>
                    <a:pt x="44654" y="0"/>
                  </a:lnTo>
                  <a:lnTo>
                    <a:pt x="0" y="11042"/>
                  </a:lnTo>
                  <a:lnTo>
                    <a:pt x="17545" y="371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266461" y="2691107"/>
              <a:ext cx="306705" cy="203200"/>
            </a:xfrm>
            <a:custGeom>
              <a:avLst/>
              <a:gdLst/>
              <a:ahLst/>
              <a:cxnLst/>
              <a:rect l="l" t="t" r="r" b="b"/>
              <a:pathLst>
                <a:path w="306704" h="203200">
                  <a:moveTo>
                    <a:pt x="0" y="202912"/>
                  </a:moveTo>
                  <a:lnTo>
                    <a:pt x="30656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564340" y="266724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366" y="36977"/>
                  </a:moveTo>
                  <a:lnTo>
                    <a:pt x="0" y="10738"/>
                  </a:lnTo>
                  <a:lnTo>
                    <a:pt x="44727" y="0"/>
                  </a:lnTo>
                  <a:lnTo>
                    <a:pt x="17366" y="3697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564340" y="266724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366" y="36977"/>
                  </a:moveTo>
                  <a:lnTo>
                    <a:pt x="44727" y="0"/>
                  </a:lnTo>
                  <a:lnTo>
                    <a:pt x="0" y="10738"/>
                  </a:lnTo>
                  <a:lnTo>
                    <a:pt x="17366" y="3697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266461" y="3163202"/>
              <a:ext cx="306705" cy="200025"/>
            </a:xfrm>
            <a:custGeom>
              <a:avLst/>
              <a:gdLst/>
              <a:ahLst/>
              <a:cxnLst/>
              <a:rect l="l" t="t" r="r" b="b"/>
              <a:pathLst>
                <a:path w="306704" h="200025">
                  <a:moveTo>
                    <a:pt x="0" y="199757"/>
                  </a:moveTo>
                  <a:lnTo>
                    <a:pt x="306346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564215" y="3139592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17185" y="36788"/>
                  </a:moveTo>
                  <a:lnTo>
                    <a:pt x="0" y="10431"/>
                  </a:lnTo>
                  <a:lnTo>
                    <a:pt x="44800" y="0"/>
                  </a:lnTo>
                  <a:lnTo>
                    <a:pt x="17185" y="3678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564215" y="3139592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17185" y="36788"/>
                  </a:moveTo>
                  <a:lnTo>
                    <a:pt x="44800" y="0"/>
                  </a:lnTo>
                  <a:lnTo>
                    <a:pt x="0" y="10431"/>
                  </a:lnTo>
                  <a:lnTo>
                    <a:pt x="17185" y="3678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266461" y="2710634"/>
              <a:ext cx="328930" cy="652780"/>
            </a:xfrm>
            <a:custGeom>
              <a:avLst/>
              <a:gdLst/>
              <a:ahLst/>
              <a:cxnLst/>
              <a:rect l="l" t="t" r="r" b="b"/>
              <a:pathLst>
                <a:path w="328929" h="652779">
                  <a:moveTo>
                    <a:pt x="0" y="652325"/>
                  </a:moveTo>
                  <a:lnTo>
                    <a:pt x="328513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580922" y="267202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28103" y="45682"/>
                  </a:moveTo>
                  <a:lnTo>
                    <a:pt x="0" y="31529"/>
                  </a:lnTo>
                  <a:lnTo>
                    <a:pt x="33493" y="0"/>
                  </a:lnTo>
                  <a:lnTo>
                    <a:pt x="28103" y="4568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580922" y="267202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28103" y="45682"/>
                  </a:moveTo>
                  <a:lnTo>
                    <a:pt x="33493" y="0"/>
                  </a:lnTo>
                  <a:lnTo>
                    <a:pt x="0" y="31529"/>
                  </a:lnTo>
                  <a:lnTo>
                    <a:pt x="28103" y="4568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266461" y="2241917"/>
              <a:ext cx="337820" cy="1121410"/>
            </a:xfrm>
            <a:custGeom>
              <a:avLst/>
              <a:gdLst/>
              <a:ahLst/>
              <a:cxnLst/>
              <a:rect l="l" t="t" r="r" b="b"/>
              <a:pathLst>
                <a:path w="337820" h="1121410">
                  <a:moveTo>
                    <a:pt x="0" y="1121042"/>
                  </a:moveTo>
                  <a:lnTo>
                    <a:pt x="337733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589130" y="2200529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26" y="45926"/>
                  </a:moveTo>
                  <a:lnTo>
                    <a:pt x="0" y="36849"/>
                  </a:lnTo>
                  <a:lnTo>
                    <a:pt x="27532" y="0"/>
                  </a:lnTo>
                  <a:lnTo>
                    <a:pt x="30126" y="4592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589130" y="2200529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26" y="45926"/>
                  </a:moveTo>
                  <a:lnTo>
                    <a:pt x="27532" y="0"/>
                  </a:lnTo>
                  <a:lnTo>
                    <a:pt x="0" y="36849"/>
                  </a:lnTo>
                  <a:lnTo>
                    <a:pt x="30126" y="4592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266461" y="2238262"/>
              <a:ext cx="328930" cy="655955"/>
            </a:xfrm>
            <a:custGeom>
              <a:avLst/>
              <a:gdLst/>
              <a:ahLst/>
              <a:cxnLst/>
              <a:rect l="l" t="t" r="r" b="b"/>
              <a:pathLst>
                <a:path w="328929" h="655955">
                  <a:moveTo>
                    <a:pt x="0" y="655757"/>
                  </a:moveTo>
                  <a:lnTo>
                    <a:pt x="32861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581010" y="219961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28131" y="45692"/>
                  </a:moveTo>
                  <a:lnTo>
                    <a:pt x="0" y="31596"/>
                  </a:lnTo>
                  <a:lnTo>
                    <a:pt x="33431" y="0"/>
                  </a:lnTo>
                  <a:lnTo>
                    <a:pt x="28131" y="4569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581010" y="219961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28131" y="45692"/>
                  </a:moveTo>
                  <a:lnTo>
                    <a:pt x="33431" y="0"/>
                  </a:lnTo>
                  <a:lnTo>
                    <a:pt x="0" y="31596"/>
                  </a:lnTo>
                  <a:lnTo>
                    <a:pt x="28131" y="4569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266461" y="1956139"/>
              <a:ext cx="306705" cy="200025"/>
            </a:xfrm>
            <a:custGeom>
              <a:avLst/>
              <a:gdLst/>
              <a:ahLst/>
              <a:cxnLst/>
              <a:rect l="l" t="t" r="r" b="b"/>
              <a:pathLst>
                <a:path w="306704" h="200025">
                  <a:moveTo>
                    <a:pt x="0" y="0"/>
                  </a:moveTo>
                  <a:lnTo>
                    <a:pt x="306346" y="19975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564215" y="2142719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44800" y="36788"/>
                  </a:moveTo>
                  <a:lnTo>
                    <a:pt x="0" y="26357"/>
                  </a:lnTo>
                  <a:lnTo>
                    <a:pt x="17185" y="0"/>
                  </a:lnTo>
                  <a:lnTo>
                    <a:pt x="44800" y="3678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564215" y="2142719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0" y="26357"/>
                  </a:moveTo>
                  <a:lnTo>
                    <a:pt x="44800" y="36788"/>
                  </a:lnTo>
                  <a:lnTo>
                    <a:pt x="17185" y="0"/>
                  </a:lnTo>
                  <a:lnTo>
                    <a:pt x="0" y="2635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266461" y="1956139"/>
              <a:ext cx="328930" cy="652780"/>
            </a:xfrm>
            <a:custGeom>
              <a:avLst/>
              <a:gdLst/>
              <a:ahLst/>
              <a:cxnLst/>
              <a:rect l="l" t="t" r="r" b="b"/>
              <a:pathLst>
                <a:path w="328929" h="652780">
                  <a:moveTo>
                    <a:pt x="0" y="0"/>
                  </a:moveTo>
                  <a:lnTo>
                    <a:pt x="328513" y="65232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580922" y="2601389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33493" y="45682"/>
                  </a:moveTo>
                  <a:lnTo>
                    <a:pt x="0" y="14152"/>
                  </a:lnTo>
                  <a:lnTo>
                    <a:pt x="28103" y="0"/>
                  </a:lnTo>
                  <a:lnTo>
                    <a:pt x="33493" y="4568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580922" y="2601389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0" y="14152"/>
                  </a:moveTo>
                  <a:lnTo>
                    <a:pt x="33493" y="45682"/>
                  </a:lnTo>
                  <a:lnTo>
                    <a:pt x="28103" y="0"/>
                  </a:lnTo>
                  <a:lnTo>
                    <a:pt x="0" y="141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266461" y="1956139"/>
              <a:ext cx="337820" cy="1121410"/>
            </a:xfrm>
            <a:custGeom>
              <a:avLst/>
              <a:gdLst/>
              <a:ahLst/>
              <a:cxnLst/>
              <a:rect l="l" t="t" r="r" b="b"/>
              <a:pathLst>
                <a:path w="337820" h="1121410">
                  <a:moveTo>
                    <a:pt x="0" y="0"/>
                  </a:moveTo>
                  <a:lnTo>
                    <a:pt x="337733" y="112104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589130" y="307264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27532" y="45926"/>
                  </a:moveTo>
                  <a:lnTo>
                    <a:pt x="0" y="9076"/>
                  </a:lnTo>
                  <a:lnTo>
                    <a:pt x="30126" y="0"/>
                  </a:lnTo>
                  <a:lnTo>
                    <a:pt x="27532" y="4592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589130" y="307264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0" y="9076"/>
                  </a:moveTo>
                  <a:lnTo>
                    <a:pt x="27532" y="45926"/>
                  </a:lnTo>
                  <a:lnTo>
                    <a:pt x="30126" y="0"/>
                  </a:lnTo>
                  <a:lnTo>
                    <a:pt x="0" y="907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266461" y="2425080"/>
              <a:ext cx="328930" cy="655955"/>
            </a:xfrm>
            <a:custGeom>
              <a:avLst/>
              <a:gdLst/>
              <a:ahLst/>
              <a:cxnLst/>
              <a:rect l="l" t="t" r="r" b="b"/>
              <a:pathLst>
                <a:path w="328929" h="655955">
                  <a:moveTo>
                    <a:pt x="0" y="0"/>
                  </a:moveTo>
                  <a:lnTo>
                    <a:pt x="328614" y="65575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581010" y="3073789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33431" y="45692"/>
                  </a:moveTo>
                  <a:lnTo>
                    <a:pt x="0" y="14096"/>
                  </a:lnTo>
                  <a:lnTo>
                    <a:pt x="28131" y="0"/>
                  </a:lnTo>
                  <a:lnTo>
                    <a:pt x="33431" y="4569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581010" y="3073789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0" y="14096"/>
                  </a:moveTo>
                  <a:lnTo>
                    <a:pt x="33431" y="45692"/>
                  </a:lnTo>
                  <a:lnTo>
                    <a:pt x="28131" y="0"/>
                  </a:lnTo>
                  <a:lnTo>
                    <a:pt x="0" y="1409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266461" y="2425080"/>
              <a:ext cx="306705" cy="203200"/>
            </a:xfrm>
            <a:custGeom>
              <a:avLst/>
              <a:gdLst/>
              <a:ahLst/>
              <a:cxnLst/>
              <a:rect l="l" t="t" r="r" b="b"/>
              <a:pathLst>
                <a:path w="306704" h="203200">
                  <a:moveTo>
                    <a:pt x="0" y="0"/>
                  </a:moveTo>
                  <a:lnTo>
                    <a:pt x="306562" y="20291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564340" y="261487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727" y="36977"/>
                  </a:moveTo>
                  <a:lnTo>
                    <a:pt x="0" y="26238"/>
                  </a:lnTo>
                  <a:lnTo>
                    <a:pt x="17366" y="0"/>
                  </a:lnTo>
                  <a:lnTo>
                    <a:pt x="44727" y="3697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564340" y="261487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0" y="26238"/>
                  </a:moveTo>
                  <a:lnTo>
                    <a:pt x="44727" y="36977"/>
                  </a:lnTo>
                  <a:lnTo>
                    <a:pt x="17366" y="0"/>
                  </a:lnTo>
                  <a:lnTo>
                    <a:pt x="0" y="26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266461" y="2894020"/>
              <a:ext cx="307340" cy="206375"/>
            </a:xfrm>
            <a:custGeom>
              <a:avLst/>
              <a:gdLst/>
              <a:ahLst/>
              <a:cxnLst/>
              <a:rect l="l" t="t" r="r" b="b"/>
              <a:pathLst>
                <a:path w="307340" h="206375">
                  <a:moveTo>
                    <a:pt x="0" y="0"/>
                  </a:moveTo>
                  <a:lnTo>
                    <a:pt x="306777" y="20607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564466" y="3087032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654" y="37162"/>
                  </a:moveTo>
                  <a:lnTo>
                    <a:pt x="0" y="26119"/>
                  </a:lnTo>
                  <a:lnTo>
                    <a:pt x="17545" y="0"/>
                  </a:lnTo>
                  <a:lnTo>
                    <a:pt x="44654" y="371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564466" y="3087032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0" y="26119"/>
                  </a:moveTo>
                  <a:lnTo>
                    <a:pt x="44654" y="37162"/>
                  </a:lnTo>
                  <a:lnTo>
                    <a:pt x="17545" y="0"/>
                  </a:lnTo>
                  <a:lnTo>
                    <a:pt x="0" y="2611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7" name="object 167"/>
          <p:cNvSpPr txBox="1"/>
          <p:nvPr/>
        </p:nvSpPr>
        <p:spPr>
          <a:xfrm>
            <a:off x="5189011" y="1340037"/>
            <a:ext cx="420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Input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7774215" y="1326544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Output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6105693" y="1339935"/>
            <a:ext cx="1172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Hidden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Layers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4399387" y="2434087"/>
            <a:ext cx="491490" cy="427990"/>
            <a:chOff x="4399387" y="2434087"/>
            <a:chExt cx="491490" cy="427990"/>
          </a:xfrm>
        </p:grpSpPr>
        <p:sp>
          <p:nvSpPr>
            <p:cNvPr id="171" name="object 171"/>
            <p:cNvSpPr/>
            <p:nvPr/>
          </p:nvSpPr>
          <p:spPr>
            <a:xfrm>
              <a:off x="4404150" y="2438849"/>
              <a:ext cx="481965" cy="418465"/>
            </a:xfrm>
            <a:custGeom>
              <a:avLst/>
              <a:gdLst/>
              <a:ahLst/>
              <a:cxnLst/>
              <a:rect l="l" t="t" r="r" b="b"/>
              <a:pathLst>
                <a:path w="481964" h="418464">
                  <a:moveTo>
                    <a:pt x="272399" y="418199"/>
                  </a:moveTo>
                  <a:lnTo>
                    <a:pt x="272399" y="313649"/>
                  </a:lnTo>
                  <a:lnTo>
                    <a:pt x="0" y="313649"/>
                  </a:lnTo>
                  <a:lnTo>
                    <a:pt x="0" y="104549"/>
                  </a:lnTo>
                  <a:lnTo>
                    <a:pt x="272399" y="104549"/>
                  </a:lnTo>
                  <a:lnTo>
                    <a:pt x="272399" y="0"/>
                  </a:lnTo>
                  <a:lnTo>
                    <a:pt x="481499" y="209099"/>
                  </a:lnTo>
                  <a:lnTo>
                    <a:pt x="272399" y="41819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404150" y="2438849"/>
              <a:ext cx="481965" cy="418465"/>
            </a:xfrm>
            <a:custGeom>
              <a:avLst/>
              <a:gdLst/>
              <a:ahLst/>
              <a:cxnLst/>
              <a:rect l="l" t="t" r="r" b="b"/>
              <a:pathLst>
                <a:path w="481964" h="418464">
                  <a:moveTo>
                    <a:pt x="0" y="104549"/>
                  </a:moveTo>
                  <a:lnTo>
                    <a:pt x="272399" y="104549"/>
                  </a:lnTo>
                  <a:lnTo>
                    <a:pt x="272399" y="0"/>
                  </a:lnTo>
                  <a:lnTo>
                    <a:pt x="481499" y="209099"/>
                  </a:lnTo>
                  <a:lnTo>
                    <a:pt x="272399" y="418199"/>
                  </a:lnTo>
                  <a:lnTo>
                    <a:pt x="272399" y="313649"/>
                  </a:lnTo>
                  <a:lnTo>
                    <a:pt x="0" y="313649"/>
                  </a:lnTo>
                  <a:lnTo>
                    <a:pt x="0" y="1045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825" y="187859"/>
            <a:ext cx="30759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Inputs</a:t>
            </a:r>
            <a:r>
              <a:rPr spc="-6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Outputs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550" y="1021650"/>
            <a:ext cx="4841926" cy="38571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65925" y="452799"/>
            <a:ext cx="949960" cy="87058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256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X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256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latin typeface="Arial MT"/>
                <a:cs typeface="Arial MT"/>
              </a:rPr>
              <a:t>Matrix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99834" y="1323099"/>
            <a:ext cx="82550" cy="618490"/>
            <a:chOff x="6899834" y="1323099"/>
            <a:chExt cx="82550" cy="618490"/>
          </a:xfrm>
        </p:grpSpPr>
        <p:sp>
          <p:nvSpPr>
            <p:cNvPr id="6" name="object 6"/>
            <p:cNvSpPr/>
            <p:nvPr/>
          </p:nvSpPr>
          <p:spPr>
            <a:xfrm>
              <a:off x="6940825" y="1323099"/>
              <a:ext cx="0" cy="522605"/>
            </a:xfrm>
            <a:custGeom>
              <a:avLst/>
              <a:gdLst/>
              <a:ahLst/>
              <a:cxnLst/>
              <a:rect l="l" t="t" r="r" b="b"/>
              <a:pathLst>
                <a:path h="522605">
                  <a:moveTo>
                    <a:pt x="0" y="0"/>
                  </a:moveTo>
                  <a:lnTo>
                    <a:pt x="0" y="5219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9834" y="1835574"/>
              <a:ext cx="81980" cy="105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246608" y="1498041"/>
            <a:ext cx="156337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360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DL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model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4-</a:t>
            </a:r>
            <a:r>
              <a:rPr sz="1400" dirty="0">
                <a:latin typeface="Arial MT"/>
                <a:cs typeface="Arial MT"/>
              </a:rPr>
              <a:t>Element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Vector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57512" y="2909712"/>
            <a:ext cx="732790" cy="1590040"/>
            <a:chOff x="5657512" y="2909712"/>
            <a:chExt cx="732790" cy="1590040"/>
          </a:xfrm>
        </p:grpSpPr>
        <p:sp>
          <p:nvSpPr>
            <p:cNvPr id="10" name="object 10"/>
            <p:cNvSpPr/>
            <p:nvPr/>
          </p:nvSpPr>
          <p:spPr>
            <a:xfrm>
              <a:off x="5662274" y="2914474"/>
              <a:ext cx="723265" cy="1580515"/>
            </a:xfrm>
            <a:custGeom>
              <a:avLst/>
              <a:gdLst/>
              <a:ahLst/>
              <a:cxnLst/>
              <a:rect l="l" t="t" r="r" b="b"/>
              <a:pathLst>
                <a:path w="723264" h="1580514">
                  <a:moveTo>
                    <a:pt x="361349" y="1580099"/>
                  </a:moveTo>
                  <a:lnTo>
                    <a:pt x="302737" y="1569759"/>
                  </a:lnTo>
                  <a:lnTo>
                    <a:pt x="247135" y="1539822"/>
                  </a:lnTo>
                  <a:lnTo>
                    <a:pt x="195288" y="1491916"/>
                  </a:lnTo>
                  <a:lnTo>
                    <a:pt x="171006" y="1461732"/>
                  </a:lnTo>
                  <a:lnTo>
                    <a:pt x="147941" y="1427666"/>
                  </a:lnTo>
                  <a:lnTo>
                    <a:pt x="126187" y="1389920"/>
                  </a:lnTo>
                  <a:lnTo>
                    <a:pt x="105836" y="1348699"/>
                  </a:lnTo>
                  <a:lnTo>
                    <a:pt x="86983" y="1304206"/>
                  </a:lnTo>
                  <a:lnTo>
                    <a:pt x="69719" y="1256643"/>
                  </a:lnTo>
                  <a:lnTo>
                    <a:pt x="54138" y="1206214"/>
                  </a:lnTo>
                  <a:lnTo>
                    <a:pt x="40333" y="1153123"/>
                  </a:lnTo>
                  <a:lnTo>
                    <a:pt x="28396" y="1097573"/>
                  </a:lnTo>
                  <a:lnTo>
                    <a:pt x="18421" y="1039766"/>
                  </a:lnTo>
                  <a:lnTo>
                    <a:pt x="10501" y="979908"/>
                  </a:lnTo>
                  <a:lnTo>
                    <a:pt x="4729" y="918200"/>
                  </a:lnTo>
                  <a:lnTo>
                    <a:pt x="1197" y="854846"/>
                  </a:lnTo>
                  <a:lnTo>
                    <a:pt x="0" y="790049"/>
                  </a:lnTo>
                  <a:lnTo>
                    <a:pt x="1197" y="725253"/>
                  </a:lnTo>
                  <a:lnTo>
                    <a:pt x="4729" y="661899"/>
                  </a:lnTo>
                  <a:lnTo>
                    <a:pt x="10501" y="600191"/>
                  </a:lnTo>
                  <a:lnTo>
                    <a:pt x="18421" y="540333"/>
                  </a:lnTo>
                  <a:lnTo>
                    <a:pt x="28396" y="482526"/>
                  </a:lnTo>
                  <a:lnTo>
                    <a:pt x="40333" y="426976"/>
                  </a:lnTo>
                  <a:lnTo>
                    <a:pt x="54138" y="373885"/>
                  </a:lnTo>
                  <a:lnTo>
                    <a:pt x="69719" y="323456"/>
                  </a:lnTo>
                  <a:lnTo>
                    <a:pt x="86983" y="275893"/>
                  </a:lnTo>
                  <a:lnTo>
                    <a:pt x="105837" y="231400"/>
                  </a:lnTo>
                  <a:lnTo>
                    <a:pt x="126187" y="190179"/>
                  </a:lnTo>
                  <a:lnTo>
                    <a:pt x="147941" y="152433"/>
                  </a:lnTo>
                  <a:lnTo>
                    <a:pt x="171006" y="118367"/>
                  </a:lnTo>
                  <a:lnTo>
                    <a:pt x="195288" y="88183"/>
                  </a:lnTo>
                  <a:lnTo>
                    <a:pt x="247135" y="40277"/>
                  </a:lnTo>
                  <a:lnTo>
                    <a:pt x="302737" y="10340"/>
                  </a:lnTo>
                  <a:lnTo>
                    <a:pt x="361349" y="0"/>
                  </a:lnTo>
                  <a:lnTo>
                    <a:pt x="397065" y="3865"/>
                  </a:lnTo>
                  <a:lnTo>
                    <a:pt x="466443" y="34150"/>
                  </a:lnTo>
                  <a:lnTo>
                    <a:pt x="499632" y="60138"/>
                  </a:lnTo>
                  <a:lnTo>
                    <a:pt x="531506" y="93073"/>
                  </a:lnTo>
                  <a:lnTo>
                    <a:pt x="561827" y="132737"/>
                  </a:lnTo>
                  <a:lnTo>
                    <a:pt x="590358" y="178918"/>
                  </a:lnTo>
                  <a:lnTo>
                    <a:pt x="616862" y="231400"/>
                  </a:lnTo>
                  <a:lnTo>
                    <a:pt x="634602" y="273083"/>
                  </a:lnTo>
                  <a:lnTo>
                    <a:pt x="650831" y="317186"/>
                  </a:lnTo>
                  <a:lnTo>
                    <a:pt x="665511" y="363507"/>
                  </a:lnTo>
                  <a:lnTo>
                    <a:pt x="678607" y="411848"/>
                  </a:lnTo>
                  <a:lnTo>
                    <a:pt x="690078" y="462009"/>
                  </a:lnTo>
                  <a:lnTo>
                    <a:pt x="699888" y="513792"/>
                  </a:lnTo>
                  <a:lnTo>
                    <a:pt x="708000" y="566997"/>
                  </a:lnTo>
                  <a:lnTo>
                    <a:pt x="714374" y="621424"/>
                  </a:lnTo>
                  <a:lnTo>
                    <a:pt x="718974" y="676875"/>
                  </a:lnTo>
                  <a:lnTo>
                    <a:pt x="721762" y="733150"/>
                  </a:lnTo>
                  <a:lnTo>
                    <a:pt x="722699" y="790049"/>
                  </a:lnTo>
                  <a:lnTo>
                    <a:pt x="721502" y="854846"/>
                  </a:lnTo>
                  <a:lnTo>
                    <a:pt x="717970" y="918200"/>
                  </a:lnTo>
                  <a:lnTo>
                    <a:pt x="712198" y="979908"/>
                  </a:lnTo>
                  <a:lnTo>
                    <a:pt x="704278" y="1039766"/>
                  </a:lnTo>
                  <a:lnTo>
                    <a:pt x="694303" y="1097573"/>
                  </a:lnTo>
                  <a:lnTo>
                    <a:pt x="682366" y="1153123"/>
                  </a:lnTo>
                  <a:lnTo>
                    <a:pt x="668561" y="1206214"/>
                  </a:lnTo>
                  <a:lnTo>
                    <a:pt x="652980" y="1256643"/>
                  </a:lnTo>
                  <a:lnTo>
                    <a:pt x="635716" y="1304206"/>
                  </a:lnTo>
                  <a:lnTo>
                    <a:pt x="616862" y="1348699"/>
                  </a:lnTo>
                  <a:lnTo>
                    <a:pt x="596512" y="1389920"/>
                  </a:lnTo>
                  <a:lnTo>
                    <a:pt x="574758" y="1427666"/>
                  </a:lnTo>
                  <a:lnTo>
                    <a:pt x="551693" y="1461732"/>
                  </a:lnTo>
                  <a:lnTo>
                    <a:pt x="527411" y="1491916"/>
                  </a:lnTo>
                  <a:lnTo>
                    <a:pt x="475564" y="1539822"/>
                  </a:lnTo>
                  <a:lnTo>
                    <a:pt x="419962" y="1569759"/>
                  </a:lnTo>
                  <a:lnTo>
                    <a:pt x="361349" y="1580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62274" y="2914475"/>
              <a:ext cx="723265" cy="1580515"/>
            </a:xfrm>
            <a:custGeom>
              <a:avLst/>
              <a:gdLst/>
              <a:ahLst/>
              <a:cxnLst/>
              <a:rect l="l" t="t" r="r" b="b"/>
              <a:pathLst>
                <a:path w="723264" h="1580514">
                  <a:moveTo>
                    <a:pt x="0" y="790049"/>
                  </a:moveTo>
                  <a:lnTo>
                    <a:pt x="1197" y="725253"/>
                  </a:lnTo>
                  <a:lnTo>
                    <a:pt x="4729" y="661899"/>
                  </a:lnTo>
                  <a:lnTo>
                    <a:pt x="10501" y="600191"/>
                  </a:lnTo>
                  <a:lnTo>
                    <a:pt x="18421" y="540333"/>
                  </a:lnTo>
                  <a:lnTo>
                    <a:pt x="28396" y="482526"/>
                  </a:lnTo>
                  <a:lnTo>
                    <a:pt x="40333" y="426976"/>
                  </a:lnTo>
                  <a:lnTo>
                    <a:pt x="54138" y="373885"/>
                  </a:lnTo>
                  <a:lnTo>
                    <a:pt x="69719" y="323456"/>
                  </a:lnTo>
                  <a:lnTo>
                    <a:pt x="86983" y="275893"/>
                  </a:lnTo>
                  <a:lnTo>
                    <a:pt x="105836" y="231400"/>
                  </a:lnTo>
                  <a:lnTo>
                    <a:pt x="126187" y="190179"/>
                  </a:lnTo>
                  <a:lnTo>
                    <a:pt x="147941" y="152433"/>
                  </a:lnTo>
                  <a:lnTo>
                    <a:pt x="171006" y="118367"/>
                  </a:lnTo>
                  <a:lnTo>
                    <a:pt x="195288" y="88183"/>
                  </a:lnTo>
                  <a:lnTo>
                    <a:pt x="247135" y="40277"/>
                  </a:lnTo>
                  <a:lnTo>
                    <a:pt x="302737" y="10340"/>
                  </a:lnTo>
                  <a:lnTo>
                    <a:pt x="361349" y="0"/>
                  </a:lnTo>
                  <a:lnTo>
                    <a:pt x="432175" y="15320"/>
                  </a:lnTo>
                  <a:lnTo>
                    <a:pt x="466443" y="34150"/>
                  </a:lnTo>
                  <a:lnTo>
                    <a:pt x="499632" y="60138"/>
                  </a:lnTo>
                  <a:lnTo>
                    <a:pt x="531506" y="93073"/>
                  </a:lnTo>
                  <a:lnTo>
                    <a:pt x="561827" y="132737"/>
                  </a:lnTo>
                  <a:lnTo>
                    <a:pt x="590358" y="178918"/>
                  </a:lnTo>
                  <a:lnTo>
                    <a:pt x="616862" y="231400"/>
                  </a:lnTo>
                  <a:lnTo>
                    <a:pt x="634602" y="273083"/>
                  </a:lnTo>
                  <a:lnTo>
                    <a:pt x="650831" y="317186"/>
                  </a:lnTo>
                  <a:lnTo>
                    <a:pt x="665511" y="363507"/>
                  </a:lnTo>
                  <a:lnTo>
                    <a:pt x="678607" y="411848"/>
                  </a:lnTo>
                  <a:lnTo>
                    <a:pt x="690078" y="462009"/>
                  </a:lnTo>
                  <a:lnTo>
                    <a:pt x="699888" y="513792"/>
                  </a:lnTo>
                  <a:lnTo>
                    <a:pt x="708000" y="566997"/>
                  </a:lnTo>
                  <a:lnTo>
                    <a:pt x="714374" y="621424"/>
                  </a:lnTo>
                  <a:lnTo>
                    <a:pt x="718974" y="676875"/>
                  </a:lnTo>
                  <a:lnTo>
                    <a:pt x="721762" y="733150"/>
                  </a:lnTo>
                  <a:lnTo>
                    <a:pt x="722699" y="790049"/>
                  </a:lnTo>
                  <a:lnTo>
                    <a:pt x="721502" y="854846"/>
                  </a:lnTo>
                  <a:lnTo>
                    <a:pt x="717970" y="918200"/>
                  </a:lnTo>
                  <a:lnTo>
                    <a:pt x="712198" y="979908"/>
                  </a:lnTo>
                  <a:lnTo>
                    <a:pt x="704278" y="1039766"/>
                  </a:lnTo>
                  <a:lnTo>
                    <a:pt x="694303" y="1097573"/>
                  </a:lnTo>
                  <a:lnTo>
                    <a:pt x="682366" y="1153123"/>
                  </a:lnTo>
                  <a:lnTo>
                    <a:pt x="668561" y="1206214"/>
                  </a:lnTo>
                  <a:lnTo>
                    <a:pt x="652980" y="1256643"/>
                  </a:lnTo>
                  <a:lnTo>
                    <a:pt x="635716" y="1304206"/>
                  </a:lnTo>
                  <a:lnTo>
                    <a:pt x="616862" y="1348699"/>
                  </a:lnTo>
                  <a:lnTo>
                    <a:pt x="596512" y="1389920"/>
                  </a:lnTo>
                  <a:lnTo>
                    <a:pt x="574758" y="1427666"/>
                  </a:lnTo>
                  <a:lnTo>
                    <a:pt x="551693" y="1461732"/>
                  </a:lnTo>
                  <a:lnTo>
                    <a:pt x="527411" y="1491916"/>
                  </a:lnTo>
                  <a:lnTo>
                    <a:pt x="475564" y="1539822"/>
                  </a:lnTo>
                  <a:lnTo>
                    <a:pt x="419962" y="1569759"/>
                  </a:lnTo>
                  <a:lnTo>
                    <a:pt x="361349" y="1580099"/>
                  </a:lnTo>
                  <a:lnTo>
                    <a:pt x="302737" y="1569759"/>
                  </a:lnTo>
                  <a:lnTo>
                    <a:pt x="247135" y="1539822"/>
                  </a:lnTo>
                  <a:lnTo>
                    <a:pt x="195288" y="1491916"/>
                  </a:lnTo>
                  <a:lnTo>
                    <a:pt x="171006" y="1461732"/>
                  </a:lnTo>
                  <a:lnTo>
                    <a:pt x="147941" y="1427666"/>
                  </a:lnTo>
                  <a:lnTo>
                    <a:pt x="126187" y="1389920"/>
                  </a:lnTo>
                  <a:lnTo>
                    <a:pt x="105836" y="1348699"/>
                  </a:lnTo>
                  <a:lnTo>
                    <a:pt x="86983" y="1304206"/>
                  </a:lnTo>
                  <a:lnTo>
                    <a:pt x="69719" y="1256643"/>
                  </a:lnTo>
                  <a:lnTo>
                    <a:pt x="54138" y="1206214"/>
                  </a:lnTo>
                  <a:lnTo>
                    <a:pt x="40333" y="1153123"/>
                  </a:lnTo>
                  <a:lnTo>
                    <a:pt x="28396" y="1097573"/>
                  </a:lnTo>
                  <a:lnTo>
                    <a:pt x="18421" y="1039766"/>
                  </a:lnTo>
                  <a:lnTo>
                    <a:pt x="10501" y="979908"/>
                  </a:lnTo>
                  <a:lnTo>
                    <a:pt x="4729" y="918200"/>
                  </a:lnTo>
                  <a:lnTo>
                    <a:pt x="1197" y="854846"/>
                  </a:lnTo>
                  <a:lnTo>
                    <a:pt x="0" y="7900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61510" y="3044633"/>
            <a:ext cx="12446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Arial MT"/>
                <a:cs typeface="Arial MT"/>
              </a:rPr>
              <a:t>3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Arial MT"/>
                <a:cs typeface="Arial MT"/>
              </a:rPr>
              <a:t>4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Arial MT"/>
                <a:cs typeface="Arial MT"/>
              </a:rPr>
              <a:t>5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Arial MT"/>
                <a:cs typeface="Arial MT"/>
              </a:rPr>
              <a:t>6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74712" y="2909712"/>
            <a:ext cx="732790" cy="1590040"/>
            <a:chOff x="6574712" y="2909712"/>
            <a:chExt cx="732790" cy="1590040"/>
          </a:xfrm>
        </p:grpSpPr>
        <p:sp>
          <p:nvSpPr>
            <p:cNvPr id="14" name="object 14"/>
            <p:cNvSpPr/>
            <p:nvPr/>
          </p:nvSpPr>
          <p:spPr>
            <a:xfrm>
              <a:off x="6579475" y="2914474"/>
              <a:ext cx="723265" cy="1580515"/>
            </a:xfrm>
            <a:custGeom>
              <a:avLst/>
              <a:gdLst/>
              <a:ahLst/>
              <a:cxnLst/>
              <a:rect l="l" t="t" r="r" b="b"/>
              <a:pathLst>
                <a:path w="723265" h="1580514">
                  <a:moveTo>
                    <a:pt x="361349" y="1580099"/>
                  </a:moveTo>
                  <a:lnTo>
                    <a:pt x="302737" y="1569759"/>
                  </a:lnTo>
                  <a:lnTo>
                    <a:pt x="247135" y="1539822"/>
                  </a:lnTo>
                  <a:lnTo>
                    <a:pt x="195288" y="1491916"/>
                  </a:lnTo>
                  <a:lnTo>
                    <a:pt x="171006" y="1461732"/>
                  </a:lnTo>
                  <a:lnTo>
                    <a:pt x="147941" y="1427666"/>
                  </a:lnTo>
                  <a:lnTo>
                    <a:pt x="126187" y="1389920"/>
                  </a:lnTo>
                  <a:lnTo>
                    <a:pt x="105836" y="1348699"/>
                  </a:lnTo>
                  <a:lnTo>
                    <a:pt x="86983" y="1304206"/>
                  </a:lnTo>
                  <a:lnTo>
                    <a:pt x="69719" y="1256643"/>
                  </a:lnTo>
                  <a:lnTo>
                    <a:pt x="54138" y="1206214"/>
                  </a:lnTo>
                  <a:lnTo>
                    <a:pt x="40333" y="1153123"/>
                  </a:lnTo>
                  <a:lnTo>
                    <a:pt x="28396" y="1097573"/>
                  </a:lnTo>
                  <a:lnTo>
                    <a:pt x="18421" y="1039766"/>
                  </a:lnTo>
                  <a:lnTo>
                    <a:pt x="10501" y="979908"/>
                  </a:lnTo>
                  <a:lnTo>
                    <a:pt x="4729" y="918200"/>
                  </a:lnTo>
                  <a:lnTo>
                    <a:pt x="1197" y="854846"/>
                  </a:lnTo>
                  <a:lnTo>
                    <a:pt x="0" y="790049"/>
                  </a:lnTo>
                  <a:lnTo>
                    <a:pt x="1197" y="725253"/>
                  </a:lnTo>
                  <a:lnTo>
                    <a:pt x="4729" y="661899"/>
                  </a:lnTo>
                  <a:lnTo>
                    <a:pt x="10501" y="600191"/>
                  </a:lnTo>
                  <a:lnTo>
                    <a:pt x="18421" y="540333"/>
                  </a:lnTo>
                  <a:lnTo>
                    <a:pt x="28396" y="482526"/>
                  </a:lnTo>
                  <a:lnTo>
                    <a:pt x="40333" y="426976"/>
                  </a:lnTo>
                  <a:lnTo>
                    <a:pt x="54138" y="373885"/>
                  </a:lnTo>
                  <a:lnTo>
                    <a:pt x="69719" y="323456"/>
                  </a:lnTo>
                  <a:lnTo>
                    <a:pt x="86983" y="275893"/>
                  </a:lnTo>
                  <a:lnTo>
                    <a:pt x="105837" y="231400"/>
                  </a:lnTo>
                  <a:lnTo>
                    <a:pt x="126187" y="190179"/>
                  </a:lnTo>
                  <a:lnTo>
                    <a:pt x="147941" y="152433"/>
                  </a:lnTo>
                  <a:lnTo>
                    <a:pt x="171006" y="118367"/>
                  </a:lnTo>
                  <a:lnTo>
                    <a:pt x="195288" y="88183"/>
                  </a:lnTo>
                  <a:lnTo>
                    <a:pt x="247135" y="40277"/>
                  </a:lnTo>
                  <a:lnTo>
                    <a:pt x="302737" y="10340"/>
                  </a:lnTo>
                  <a:lnTo>
                    <a:pt x="361349" y="0"/>
                  </a:lnTo>
                  <a:lnTo>
                    <a:pt x="397065" y="3865"/>
                  </a:lnTo>
                  <a:lnTo>
                    <a:pt x="466443" y="34150"/>
                  </a:lnTo>
                  <a:lnTo>
                    <a:pt x="499632" y="60138"/>
                  </a:lnTo>
                  <a:lnTo>
                    <a:pt x="531506" y="93073"/>
                  </a:lnTo>
                  <a:lnTo>
                    <a:pt x="561827" y="132737"/>
                  </a:lnTo>
                  <a:lnTo>
                    <a:pt x="590358" y="178918"/>
                  </a:lnTo>
                  <a:lnTo>
                    <a:pt x="616863" y="231400"/>
                  </a:lnTo>
                  <a:lnTo>
                    <a:pt x="634602" y="273083"/>
                  </a:lnTo>
                  <a:lnTo>
                    <a:pt x="650831" y="317186"/>
                  </a:lnTo>
                  <a:lnTo>
                    <a:pt x="665512" y="363507"/>
                  </a:lnTo>
                  <a:lnTo>
                    <a:pt x="678607" y="411848"/>
                  </a:lnTo>
                  <a:lnTo>
                    <a:pt x="690079" y="462009"/>
                  </a:lnTo>
                  <a:lnTo>
                    <a:pt x="699889" y="513792"/>
                  </a:lnTo>
                  <a:lnTo>
                    <a:pt x="708000" y="566997"/>
                  </a:lnTo>
                  <a:lnTo>
                    <a:pt x="714374" y="621424"/>
                  </a:lnTo>
                  <a:lnTo>
                    <a:pt x="718974" y="676875"/>
                  </a:lnTo>
                  <a:lnTo>
                    <a:pt x="721762" y="733150"/>
                  </a:lnTo>
                  <a:lnTo>
                    <a:pt x="722699" y="790049"/>
                  </a:lnTo>
                  <a:lnTo>
                    <a:pt x="721502" y="854846"/>
                  </a:lnTo>
                  <a:lnTo>
                    <a:pt x="717970" y="918200"/>
                  </a:lnTo>
                  <a:lnTo>
                    <a:pt x="712198" y="979908"/>
                  </a:lnTo>
                  <a:lnTo>
                    <a:pt x="704278" y="1039766"/>
                  </a:lnTo>
                  <a:lnTo>
                    <a:pt x="694303" y="1097573"/>
                  </a:lnTo>
                  <a:lnTo>
                    <a:pt x="682366" y="1153123"/>
                  </a:lnTo>
                  <a:lnTo>
                    <a:pt x="668561" y="1206214"/>
                  </a:lnTo>
                  <a:lnTo>
                    <a:pt x="652980" y="1256643"/>
                  </a:lnTo>
                  <a:lnTo>
                    <a:pt x="635716" y="1304206"/>
                  </a:lnTo>
                  <a:lnTo>
                    <a:pt x="616862" y="1348699"/>
                  </a:lnTo>
                  <a:lnTo>
                    <a:pt x="596512" y="1389920"/>
                  </a:lnTo>
                  <a:lnTo>
                    <a:pt x="574758" y="1427666"/>
                  </a:lnTo>
                  <a:lnTo>
                    <a:pt x="551693" y="1461732"/>
                  </a:lnTo>
                  <a:lnTo>
                    <a:pt x="527411" y="1491916"/>
                  </a:lnTo>
                  <a:lnTo>
                    <a:pt x="475564" y="1539822"/>
                  </a:lnTo>
                  <a:lnTo>
                    <a:pt x="419962" y="1569759"/>
                  </a:lnTo>
                  <a:lnTo>
                    <a:pt x="361349" y="1580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9475" y="2914475"/>
              <a:ext cx="723265" cy="1580515"/>
            </a:xfrm>
            <a:custGeom>
              <a:avLst/>
              <a:gdLst/>
              <a:ahLst/>
              <a:cxnLst/>
              <a:rect l="l" t="t" r="r" b="b"/>
              <a:pathLst>
                <a:path w="723265" h="1580514">
                  <a:moveTo>
                    <a:pt x="0" y="790049"/>
                  </a:moveTo>
                  <a:lnTo>
                    <a:pt x="1197" y="725253"/>
                  </a:lnTo>
                  <a:lnTo>
                    <a:pt x="4729" y="661899"/>
                  </a:lnTo>
                  <a:lnTo>
                    <a:pt x="10501" y="600191"/>
                  </a:lnTo>
                  <a:lnTo>
                    <a:pt x="18421" y="540333"/>
                  </a:lnTo>
                  <a:lnTo>
                    <a:pt x="28396" y="482526"/>
                  </a:lnTo>
                  <a:lnTo>
                    <a:pt x="40333" y="426976"/>
                  </a:lnTo>
                  <a:lnTo>
                    <a:pt x="54138" y="373885"/>
                  </a:lnTo>
                  <a:lnTo>
                    <a:pt x="69719" y="323456"/>
                  </a:lnTo>
                  <a:lnTo>
                    <a:pt x="86983" y="275893"/>
                  </a:lnTo>
                  <a:lnTo>
                    <a:pt x="105836" y="231400"/>
                  </a:lnTo>
                  <a:lnTo>
                    <a:pt x="126187" y="190179"/>
                  </a:lnTo>
                  <a:lnTo>
                    <a:pt x="147941" y="152433"/>
                  </a:lnTo>
                  <a:lnTo>
                    <a:pt x="171006" y="118367"/>
                  </a:lnTo>
                  <a:lnTo>
                    <a:pt x="195288" y="88183"/>
                  </a:lnTo>
                  <a:lnTo>
                    <a:pt x="247135" y="40277"/>
                  </a:lnTo>
                  <a:lnTo>
                    <a:pt x="302737" y="10340"/>
                  </a:lnTo>
                  <a:lnTo>
                    <a:pt x="361349" y="0"/>
                  </a:lnTo>
                  <a:lnTo>
                    <a:pt x="432175" y="15320"/>
                  </a:lnTo>
                  <a:lnTo>
                    <a:pt x="466443" y="34150"/>
                  </a:lnTo>
                  <a:lnTo>
                    <a:pt x="499632" y="60138"/>
                  </a:lnTo>
                  <a:lnTo>
                    <a:pt x="531506" y="93073"/>
                  </a:lnTo>
                  <a:lnTo>
                    <a:pt x="561827" y="132737"/>
                  </a:lnTo>
                  <a:lnTo>
                    <a:pt x="590358" y="178918"/>
                  </a:lnTo>
                  <a:lnTo>
                    <a:pt x="616863" y="231400"/>
                  </a:lnTo>
                  <a:lnTo>
                    <a:pt x="634602" y="273083"/>
                  </a:lnTo>
                  <a:lnTo>
                    <a:pt x="650831" y="317186"/>
                  </a:lnTo>
                  <a:lnTo>
                    <a:pt x="665512" y="363507"/>
                  </a:lnTo>
                  <a:lnTo>
                    <a:pt x="678607" y="411848"/>
                  </a:lnTo>
                  <a:lnTo>
                    <a:pt x="690079" y="462009"/>
                  </a:lnTo>
                  <a:lnTo>
                    <a:pt x="699889" y="513792"/>
                  </a:lnTo>
                  <a:lnTo>
                    <a:pt x="708000" y="566997"/>
                  </a:lnTo>
                  <a:lnTo>
                    <a:pt x="714374" y="621424"/>
                  </a:lnTo>
                  <a:lnTo>
                    <a:pt x="718974" y="676875"/>
                  </a:lnTo>
                  <a:lnTo>
                    <a:pt x="721762" y="733150"/>
                  </a:lnTo>
                  <a:lnTo>
                    <a:pt x="722699" y="790049"/>
                  </a:lnTo>
                  <a:lnTo>
                    <a:pt x="721502" y="854846"/>
                  </a:lnTo>
                  <a:lnTo>
                    <a:pt x="717970" y="918200"/>
                  </a:lnTo>
                  <a:lnTo>
                    <a:pt x="712198" y="979908"/>
                  </a:lnTo>
                  <a:lnTo>
                    <a:pt x="704278" y="1039766"/>
                  </a:lnTo>
                  <a:lnTo>
                    <a:pt x="694303" y="1097573"/>
                  </a:lnTo>
                  <a:lnTo>
                    <a:pt x="682366" y="1153123"/>
                  </a:lnTo>
                  <a:lnTo>
                    <a:pt x="668561" y="1206214"/>
                  </a:lnTo>
                  <a:lnTo>
                    <a:pt x="652980" y="1256643"/>
                  </a:lnTo>
                  <a:lnTo>
                    <a:pt x="635716" y="1304206"/>
                  </a:lnTo>
                  <a:lnTo>
                    <a:pt x="616862" y="1348699"/>
                  </a:lnTo>
                  <a:lnTo>
                    <a:pt x="596512" y="1389920"/>
                  </a:lnTo>
                  <a:lnTo>
                    <a:pt x="574758" y="1427666"/>
                  </a:lnTo>
                  <a:lnTo>
                    <a:pt x="551693" y="1461732"/>
                  </a:lnTo>
                  <a:lnTo>
                    <a:pt x="527411" y="1491916"/>
                  </a:lnTo>
                  <a:lnTo>
                    <a:pt x="475564" y="1539822"/>
                  </a:lnTo>
                  <a:lnTo>
                    <a:pt x="419962" y="1569759"/>
                  </a:lnTo>
                  <a:lnTo>
                    <a:pt x="361349" y="1580099"/>
                  </a:lnTo>
                  <a:lnTo>
                    <a:pt x="302737" y="1569759"/>
                  </a:lnTo>
                  <a:lnTo>
                    <a:pt x="247135" y="1539822"/>
                  </a:lnTo>
                  <a:lnTo>
                    <a:pt x="195288" y="1491916"/>
                  </a:lnTo>
                  <a:lnTo>
                    <a:pt x="171006" y="1461732"/>
                  </a:lnTo>
                  <a:lnTo>
                    <a:pt x="147941" y="1427666"/>
                  </a:lnTo>
                  <a:lnTo>
                    <a:pt x="126187" y="1389920"/>
                  </a:lnTo>
                  <a:lnTo>
                    <a:pt x="105836" y="1348699"/>
                  </a:lnTo>
                  <a:lnTo>
                    <a:pt x="86983" y="1304206"/>
                  </a:lnTo>
                  <a:lnTo>
                    <a:pt x="69719" y="1256643"/>
                  </a:lnTo>
                  <a:lnTo>
                    <a:pt x="54138" y="1206214"/>
                  </a:lnTo>
                  <a:lnTo>
                    <a:pt x="40333" y="1153123"/>
                  </a:lnTo>
                  <a:lnTo>
                    <a:pt x="28396" y="1097573"/>
                  </a:lnTo>
                  <a:lnTo>
                    <a:pt x="18421" y="1039766"/>
                  </a:lnTo>
                  <a:lnTo>
                    <a:pt x="10501" y="979908"/>
                  </a:lnTo>
                  <a:lnTo>
                    <a:pt x="4729" y="918200"/>
                  </a:lnTo>
                  <a:lnTo>
                    <a:pt x="1197" y="854846"/>
                  </a:lnTo>
                  <a:lnTo>
                    <a:pt x="0" y="7900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59014" y="3257993"/>
            <a:ext cx="16383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" algn="just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A C T 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491912" y="2909712"/>
            <a:ext cx="732790" cy="1590040"/>
            <a:chOff x="7491912" y="2909712"/>
            <a:chExt cx="732790" cy="1590040"/>
          </a:xfrm>
        </p:grpSpPr>
        <p:sp>
          <p:nvSpPr>
            <p:cNvPr id="18" name="object 18"/>
            <p:cNvSpPr/>
            <p:nvPr/>
          </p:nvSpPr>
          <p:spPr>
            <a:xfrm>
              <a:off x="7496674" y="2914474"/>
              <a:ext cx="723265" cy="1580515"/>
            </a:xfrm>
            <a:custGeom>
              <a:avLst/>
              <a:gdLst/>
              <a:ahLst/>
              <a:cxnLst/>
              <a:rect l="l" t="t" r="r" b="b"/>
              <a:pathLst>
                <a:path w="723265" h="1580514">
                  <a:moveTo>
                    <a:pt x="361349" y="1580099"/>
                  </a:moveTo>
                  <a:lnTo>
                    <a:pt x="302737" y="1569759"/>
                  </a:lnTo>
                  <a:lnTo>
                    <a:pt x="247135" y="1539822"/>
                  </a:lnTo>
                  <a:lnTo>
                    <a:pt x="195288" y="1491916"/>
                  </a:lnTo>
                  <a:lnTo>
                    <a:pt x="171006" y="1461732"/>
                  </a:lnTo>
                  <a:lnTo>
                    <a:pt x="147941" y="1427666"/>
                  </a:lnTo>
                  <a:lnTo>
                    <a:pt x="126187" y="1389920"/>
                  </a:lnTo>
                  <a:lnTo>
                    <a:pt x="105836" y="1348699"/>
                  </a:lnTo>
                  <a:lnTo>
                    <a:pt x="86983" y="1304206"/>
                  </a:lnTo>
                  <a:lnTo>
                    <a:pt x="69719" y="1256643"/>
                  </a:lnTo>
                  <a:lnTo>
                    <a:pt x="54138" y="1206214"/>
                  </a:lnTo>
                  <a:lnTo>
                    <a:pt x="40333" y="1153123"/>
                  </a:lnTo>
                  <a:lnTo>
                    <a:pt x="28396" y="1097573"/>
                  </a:lnTo>
                  <a:lnTo>
                    <a:pt x="18421" y="1039766"/>
                  </a:lnTo>
                  <a:lnTo>
                    <a:pt x="10501" y="979908"/>
                  </a:lnTo>
                  <a:lnTo>
                    <a:pt x="4729" y="918200"/>
                  </a:lnTo>
                  <a:lnTo>
                    <a:pt x="1197" y="854846"/>
                  </a:lnTo>
                  <a:lnTo>
                    <a:pt x="0" y="790049"/>
                  </a:lnTo>
                  <a:lnTo>
                    <a:pt x="1197" y="725253"/>
                  </a:lnTo>
                  <a:lnTo>
                    <a:pt x="4729" y="661899"/>
                  </a:lnTo>
                  <a:lnTo>
                    <a:pt x="10501" y="600191"/>
                  </a:lnTo>
                  <a:lnTo>
                    <a:pt x="18421" y="540333"/>
                  </a:lnTo>
                  <a:lnTo>
                    <a:pt x="28396" y="482526"/>
                  </a:lnTo>
                  <a:lnTo>
                    <a:pt x="40333" y="426976"/>
                  </a:lnTo>
                  <a:lnTo>
                    <a:pt x="54138" y="373885"/>
                  </a:lnTo>
                  <a:lnTo>
                    <a:pt x="69719" y="323456"/>
                  </a:lnTo>
                  <a:lnTo>
                    <a:pt x="86983" y="275893"/>
                  </a:lnTo>
                  <a:lnTo>
                    <a:pt x="105837" y="231400"/>
                  </a:lnTo>
                  <a:lnTo>
                    <a:pt x="126187" y="190179"/>
                  </a:lnTo>
                  <a:lnTo>
                    <a:pt x="147941" y="152433"/>
                  </a:lnTo>
                  <a:lnTo>
                    <a:pt x="171006" y="118367"/>
                  </a:lnTo>
                  <a:lnTo>
                    <a:pt x="195288" y="88183"/>
                  </a:lnTo>
                  <a:lnTo>
                    <a:pt x="247135" y="40277"/>
                  </a:lnTo>
                  <a:lnTo>
                    <a:pt x="302737" y="10340"/>
                  </a:lnTo>
                  <a:lnTo>
                    <a:pt x="361349" y="0"/>
                  </a:lnTo>
                  <a:lnTo>
                    <a:pt x="397065" y="3865"/>
                  </a:lnTo>
                  <a:lnTo>
                    <a:pt x="466443" y="34150"/>
                  </a:lnTo>
                  <a:lnTo>
                    <a:pt x="499632" y="60138"/>
                  </a:lnTo>
                  <a:lnTo>
                    <a:pt x="531506" y="93073"/>
                  </a:lnTo>
                  <a:lnTo>
                    <a:pt x="561827" y="132737"/>
                  </a:lnTo>
                  <a:lnTo>
                    <a:pt x="590358" y="178918"/>
                  </a:lnTo>
                  <a:lnTo>
                    <a:pt x="616863" y="231400"/>
                  </a:lnTo>
                  <a:lnTo>
                    <a:pt x="634602" y="273083"/>
                  </a:lnTo>
                  <a:lnTo>
                    <a:pt x="650831" y="317186"/>
                  </a:lnTo>
                  <a:lnTo>
                    <a:pt x="665512" y="363507"/>
                  </a:lnTo>
                  <a:lnTo>
                    <a:pt x="678607" y="411848"/>
                  </a:lnTo>
                  <a:lnTo>
                    <a:pt x="690079" y="462009"/>
                  </a:lnTo>
                  <a:lnTo>
                    <a:pt x="699889" y="513792"/>
                  </a:lnTo>
                  <a:lnTo>
                    <a:pt x="708000" y="566997"/>
                  </a:lnTo>
                  <a:lnTo>
                    <a:pt x="714374" y="621424"/>
                  </a:lnTo>
                  <a:lnTo>
                    <a:pt x="718974" y="676875"/>
                  </a:lnTo>
                  <a:lnTo>
                    <a:pt x="721762" y="733150"/>
                  </a:lnTo>
                  <a:lnTo>
                    <a:pt x="722699" y="790049"/>
                  </a:lnTo>
                  <a:lnTo>
                    <a:pt x="721502" y="854846"/>
                  </a:lnTo>
                  <a:lnTo>
                    <a:pt x="717970" y="918200"/>
                  </a:lnTo>
                  <a:lnTo>
                    <a:pt x="712198" y="979908"/>
                  </a:lnTo>
                  <a:lnTo>
                    <a:pt x="704278" y="1039766"/>
                  </a:lnTo>
                  <a:lnTo>
                    <a:pt x="694303" y="1097573"/>
                  </a:lnTo>
                  <a:lnTo>
                    <a:pt x="682366" y="1153123"/>
                  </a:lnTo>
                  <a:lnTo>
                    <a:pt x="668561" y="1206214"/>
                  </a:lnTo>
                  <a:lnTo>
                    <a:pt x="652980" y="1256643"/>
                  </a:lnTo>
                  <a:lnTo>
                    <a:pt x="635716" y="1304206"/>
                  </a:lnTo>
                  <a:lnTo>
                    <a:pt x="616862" y="1348699"/>
                  </a:lnTo>
                  <a:lnTo>
                    <a:pt x="596512" y="1389920"/>
                  </a:lnTo>
                  <a:lnTo>
                    <a:pt x="574758" y="1427666"/>
                  </a:lnTo>
                  <a:lnTo>
                    <a:pt x="551693" y="1461732"/>
                  </a:lnTo>
                  <a:lnTo>
                    <a:pt x="527411" y="1491916"/>
                  </a:lnTo>
                  <a:lnTo>
                    <a:pt x="475564" y="1539822"/>
                  </a:lnTo>
                  <a:lnTo>
                    <a:pt x="419962" y="1569759"/>
                  </a:lnTo>
                  <a:lnTo>
                    <a:pt x="361349" y="1580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96674" y="2914475"/>
              <a:ext cx="723265" cy="1580515"/>
            </a:xfrm>
            <a:custGeom>
              <a:avLst/>
              <a:gdLst/>
              <a:ahLst/>
              <a:cxnLst/>
              <a:rect l="l" t="t" r="r" b="b"/>
              <a:pathLst>
                <a:path w="723265" h="1580514">
                  <a:moveTo>
                    <a:pt x="0" y="790049"/>
                  </a:moveTo>
                  <a:lnTo>
                    <a:pt x="1197" y="725253"/>
                  </a:lnTo>
                  <a:lnTo>
                    <a:pt x="4729" y="661899"/>
                  </a:lnTo>
                  <a:lnTo>
                    <a:pt x="10501" y="600191"/>
                  </a:lnTo>
                  <a:lnTo>
                    <a:pt x="18421" y="540333"/>
                  </a:lnTo>
                  <a:lnTo>
                    <a:pt x="28396" y="482526"/>
                  </a:lnTo>
                  <a:lnTo>
                    <a:pt x="40333" y="426976"/>
                  </a:lnTo>
                  <a:lnTo>
                    <a:pt x="54138" y="373885"/>
                  </a:lnTo>
                  <a:lnTo>
                    <a:pt x="69719" y="323456"/>
                  </a:lnTo>
                  <a:lnTo>
                    <a:pt x="86983" y="275893"/>
                  </a:lnTo>
                  <a:lnTo>
                    <a:pt x="105836" y="231400"/>
                  </a:lnTo>
                  <a:lnTo>
                    <a:pt x="126187" y="190179"/>
                  </a:lnTo>
                  <a:lnTo>
                    <a:pt x="147941" y="152433"/>
                  </a:lnTo>
                  <a:lnTo>
                    <a:pt x="171006" y="118367"/>
                  </a:lnTo>
                  <a:lnTo>
                    <a:pt x="195288" y="88183"/>
                  </a:lnTo>
                  <a:lnTo>
                    <a:pt x="247135" y="40277"/>
                  </a:lnTo>
                  <a:lnTo>
                    <a:pt x="302737" y="10340"/>
                  </a:lnTo>
                  <a:lnTo>
                    <a:pt x="361349" y="0"/>
                  </a:lnTo>
                  <a:lnTo>
                    <a:pt x="432175" y="15320"/>
                  </a:lnTo>
                  <a:lnTo>
                    <a:pt x="466443" y="34150"/>
                  </a:lnTo>
                  <a:lnTo>
                    <a:pt x="499632" y="60138"/>
                  </a:lnTo>
                  <a:lnTo>
                    <a:pt x="531506" y="93073"/>
                  </a:lnTo>
                  <a:lnTo>
                    <a:pt x="561827" y="132737"/>
                  </a:lnTo>
                  <a:lnTo>
                    <a:pt x="590358" y="178918"/>
                  </a:lnTo>
                  <a:lnTo>
                    <a:pt x="616863" y="231400"/>
                  </a:lnTo>
                  <a:lnTo>
                    <a:pt x="634602" y="273083"/>
                  </a:lnTo>
                  <a:lnTo>
                    <a:pt x="650831" y="317186"/>
                  </a:lnTo>
                  <a:lnTo>
                    <a:pt x="665512" y="363507"/>
                  </a:lnTo>
                  <a:lnTo>
                    <a:pt x="678607" y="411848"/>
                  </a:lnTo>
                  <a:lnTo>
                    <a:pt x="690079" y="462009"/>
                  </a:lnTo>
                  <a:lnTo>
                    <a:pt x="699889" y="513792"/>
                  </a:lnTo>
                  <a:lnTo>
                    <a:pt x="708000" y="566997"/>
                  </a:lnTo>
                  <a:lnTo>
                    <a:pt x="714374" y="621424"/>
                  </a:lnTo>
                  <a:lnTo>
                    <a:pt x="718974" y="676875"/>
                  </a:lnTo>
                  <a:lnTo>
                    <a:pt x="721762" y="733150"/>
                  </a:lnTo>
                  <a:lnTo>
                    <a:pt x="722699" y="790049"/>
                  </a:lnTo>
                  <a:lnTo>
                    <a:pt x="721502" y="854846"/>
                  </a:lnTo>
                  <a:lnTo>
                    <a:pt x="717970" y="918200"/>
                  </a:lnTo>
                  <a:lnTo>
                    <a:pt x="712198" y="979908"/>
                  </a:lnTo>
                  <a:lnTo>
                    <a:pt x="704278" y="1039766"/>
                  </a:lnTo>
                  <a:lnTo>
                    <a:pt x="694303" y="1097573"/>
                  </a:lnTo>
                  <a:lnTo>
                    <a:pt x="682366" y="1153123"/>
                  </a:lnTo>
                  <a:lnTo>
                    <a:pt x="668561" y="1206214"/>
                  </a:lnTo>
                  <a:lnTo>
                    <a:pt x="652980" y="1256643"/>
                  </a:lnTo>
                  <a:lnTo>
                    <a:pt x="635716" y="1304206"/>
                  </a:lnTo>
                  <a:lnTo>
                    <a:pt x="616862" y="1348699"/>
                  </a:lnTo>
                  <a:lnTo>
                    <a:pt x="596512" y="1389920"/>
                  </a:lnTo>
                  <a:lnTo>
                    <a:pt x="574758" y="1427666"/>
                  </a:lnTo>
                  <a:lnTo>
                    <a:pt x="551693" y="1461732"/>
                  </a:lnTo>
                  <a:lnTo>
                    <a:pt x="527411" y="1491916"/>
                  </a:lnTo>
                  <a:lnTo>
                    <a:pt x="475564" y="1539822"/>
                  </a:lnTo>
                  <a:lnTo>
                    <a:pt x="419962" y="1569759"/>
                  </a:lnTo>
                  <a:lnTo>
                    <a:pt x="361349" y="1580099"/>
                  </a:lnTo>
                  <a:lnTo>
                    <a:pt x="302737" y="1569759"/>
                  </a:lnTo>
                  <a:lnTo>
                    <a:pt x="247135" y="1539822"/>
                  </a:lnTo>
                  <a:lnTo>
                    <a:pt x="195288" y="1491916"/>
                  </a:lnTo>
                  <a:lnTo>
                    <a:pt x="171006" y="1461732"/>
                  </a:lnTo>
                  <a:lnTo>
                    <a:pt x="147941" y="1427666"/>
                  </a:lnTo>
                  <a:lnTo>
                    <a:pt x="126187" y="1389920"/>
                  </a:lnTo>
                  <a:lnTo>
                    <a:pt x="105836" y="1348699"/>
                  </a:lnTo>
                  <a:lnTo>
                    <a:pt x="86983" y="1304206"/>
                  </a:lnTo>
                  <a:lnTo>
                    <a:pt x="69719" y="1256643"/>
                  </a:lnTo>
                  <a:lnTo>
                    <a:pt x="54138" y="1206214"/>
                  </a:lnTo>
                  <a:lnTo>
                    <a:pt x="40333" y="1153123"/>
                  </a:lnTo>
                  <a:lnTo>
                    <a:pt x="28396" y="1097573"/>
                  </a:lnTo>
                  <a:lnTo>
                    <a:pt x="18421" y="1039766"/>
                  </a:lnTo>
                  <a:lnTo>
                    <a:pt x="10501" y="979908"/>
                  </a:lnTo>
                  <a:lnTo>
                    <a:pt x="4729" y="918200"/>
                  </a:lnTo>
                  <a:lnTo>
                    <a:pt x="1197" y="854846"/>
                  </a:lnTo>
                  <a:lnTo>
                    <a:pt x="0" y="7900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771312" y="3471353"/>
            <a:ext cx="1739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5080" indent="-2032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M F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37512" y="3231362"/>
            <a:ext cx="1592580" cy="961390"/>
            <a:chOff x="6137512" y="3231362"/>
            <a:chExt cx="1592580" cy="961390"/>
          </a:xfrm>
        </p:grpSpPr>
        <p:sp>
          <p:nvSpPr>
            <p:cNvPr id="22" name="object 22"/>
            <p:cNvSpPr/>
            <p:nvPr/>
          </p:nvSpPr>
          <p:spPr>
            <a:xfrm>
              <a:off x="6142275" y="3236124"/>
              <a:ext cx="631190" cy="156210"/>
            </a:xfrm>
            <a:custGeom>
              <a:avLst/>
              <a:gdLst/>
              <a:ahLst/>
              <a:cxnLst/>
              <a:rect l="l" t="t" r="r" b="b"/>
              <a:pathLst>
                <a:path w="631190" h="156210">
                  <a:moveTo>
                    <a:pt x="0" y="0"/>
                  </a:moveTo>
                  <a:lnTo>
                    <a:pt x="630916" y="1557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69419" y="3376649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7543" y="0"/>
                  </a:lnTo>
                  <a:lnTo>
                    <a:pt x="45736" y="25636"/>
                  </a:lnTo>
                  <a:lnTo>
                    <a:pt x="0" y="305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9419" y="3376649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45736" y="25636"/>
                  </a:lnTo>
                  <a:lnTo>
                    <a:pt x="7543" y="0"/>
                  </a:lnTo>
                  <a:lnTo>
                    <a:pt x="0" y="305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42275" y="3427949"/>
              <a:ext cx="631190" cy="156210"/>
            </a:xfrm>
            <a:custGeom>
              <a:avLst/>
              <a:gdLst/>
              <a:ahLst/>
              <a:cxnLst/>
              <a:rect l="l" t="t" r="r" b="b"/>
              <a:pathLst>
                <a:path w="631190" h="156210">
                  <a:moveTo>
                    <a:pt x="0" y="0"/>
                  </a:moveTo>
                  <a:lnTo>
                    <a:pt x="630916" y="1557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69419" y="3568474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7543" y="0"/>
                  </a:lnTo>
                  <a:lnTo>
                    <a:pt x="45736" y="25636"/>
                  </a:lnTo>
                  <a:lnTo>
                    <a:pt x="0" y="305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69419" y="3568474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45736" y="25636"/>
                  </a:lnTo>
                  <a:lnTo>
                    <a:pt x="7543" y="0"/>
                  </a:lnTo>
                  <a:lnTo>
                    <a:pt x="0" y="305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42275" y="3619774"/>
              <a:ext cx="631190" cy="156210"/>
            </a:xfrm>
            <a:custGeom>
              <a:avLst/>
              <a:gdLst/>
              <a:ahLst/>
              <a:cxnLst/>
              <a:rect l="l" t="t" r="r" b="b"/>
              <a:pathLst>
                <a:path w="631190" h="156210">
                  <a:moveTo>
                    <a:pt x="0" y="0"/>
                  </a:moveTo>
                  <a:lnTo>
                    <a:pt x="630916" y="1557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69419" y="3760299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7543" y="0"/>
                  </a:lnTo>
                  <a:lnTo>
                    <a:pt x="45736" y="25636"/>
                  </a:lnTo>
                  <a:lnTo>
                    <a:pt x="0" y="305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69419" y="3760299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45736" y="25636"/>
                  </a:lnTo>
                  <a:lnTo>
                    <a:pt x="7543" y="0"/>
                  </a:lnTo>
                  <a:lnTo>
                    <a:pt x="0" y="305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42275" y="3811599"/>
              <a:ext cx="631190" cy="156210"/>
            </a:xfrm>
            <a:custGeom>
              <a:avLst/>
              <a:gdLst/>
              <a:ahLst/>
              <a:cxnLst/>
              <a:rect l="l" t="t" r="r" b="b"/>
              <a:pathLst>
                <a:path w="631190" h="156210">
                  <a:moveTo>
                    <a:pt x="0" y="0"/>
                  </a:moveTo>
                  <a:lnTo>
                    <a:pt x="630916" y="1557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69419" y="3952124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7543" y="0"/>
                  </a:lnTo>
                  <a:lnTo>
                    <a:pt x="45736" y="25636"/>
                  </a:lnTo>
                  <a:lnTo>
                    <a:pt x="0" y="305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69419" y="3952124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45736" y="25636"/>
                  </a:lnTo>
                  <a:lnTo>
                    <a:pt x="7543" y="0"/>
                  </a:lnTo>
                  <a:lnTo>
                    <a:pt x="0" y="305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42275" y="3834128"/>
              <a:ext cx="626745" cy="169545"/>
            </a:xfrm>
            <a:custGeom>
              <a:avLst/>
              <a:gdLst/>
              <a:ahLst/>
              <a:cxnLst/>
              <a:rect l="l" t="t" r="r" b="b"/>
              <a:pathLst>
                <a:path w="626745" h="169545">
                  <a:moveTo>
                    <a:pt x="0" y="169296"/>
                  </a:moveTo>
                  <a:lnTo>
                    <a:pt x="62672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64900" y="381894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205" y="30376"/>
                  </a:moveTo>
                  <a:lnTo>
                    <a:pt x="0" y="0"/>
                  </a:lnTo>
                  <a:lnTo>
                    <a:pt x="45831" y="3915"/>
                  </a:lnTo>
                  <a:lnTo>
                    <a:pt x="8205" y="3037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64900" y="381894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205" y="30376"/>
                  </a:moveTo>
                  <a:lnTo>
                    <a:pt x="45831" y="3915"/>
                  </a:lnTo>
                  <a:lnTo>
                    <a:pt x="0" y="0"/>
                  </a:lnTo>
                  <a:lnTo>
                    <a:pt x="8205" y="3037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2275" y="4018328"/>
              <a:ext cx="626745" cy="169545"/>
            </a:xfrm>
            <a:custGeom>
              <a:avLst/>
              <a:gdLst/>
              <a:ahLst/>
              <a:cxnLst/>
              <a:rect l="l" t="t" r="r" b="b"/>
              <a:pathLst>
                <a:path w="626745" h="169545">
                  <a:moveTo>
                    <a:pt x="0" y="169296"/>
                  </a:moveTo>
                  <a:lnTo>
                    <a:pt x="62672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64900" y="400314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205" y="30376"/>
                  </a:moveTo>
                  <a:lnTo>
                    <a:pt x="0" y="0"/>
                  </a:lnTo>
                  <a:lnTo>
                    <a:pt x="45831" y="3915"/>
                  </a:lnTo>
                  <a:lnTo>
                    <a:pt x="8205" y="3037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64900" y="400314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205" y="30376"/>
                  </a:moveTo>
                  <a:lnTo>
                    <a:pt x="45831" y="3915"/>
                  </a:lnTo>
                  <a:lnTo>
                    <a:pt x="0" y="0"/>
                  </a:lnTo>
                  <a:lnTo>
                    <a:pt x="8205" y="3037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52375" y="3427949"/>
              <a:ext cx="631190" cy="156210"/>
            </a:xfrm>
            <a:custGeom>
              <a:avLst/>
              <a:gdLst/>
              <a:ahLst/>
              <a:cxnLst/>
              <a:rect l="l" t="t" r="r" b="b"/>
              <a:pathLst>
                <a:path w="631190" h="156210">
                  <a:moveTo>
                    <a:pt x="0" y="0"/>
                  </a:moveTo>
                  <a:lnTo>
                    <a:pt x="630916" y="1557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79519" y="3568474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7543" y="0"/>
                  </a:lnTo>
                  <a:lnTo>
                    <a:pt x="45736" y="25636"/>
                  </a:lnTo>
                  <a:lnTo>
                    <a:pt x="0" y="305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79519" y="3568474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45736" y="25636"/>
                  </a:lnTo>
                  <a:lnTo>
                    <a:pt x="7543" y="0"/>
                  </a:lnTo>
                  <a:lnTo>
                    <a:pt x="0" y="305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52375" y="3619774"/>
              <a:ext cx="631190" cy="156210"/>
            </a:xfrm>
            <a:custGeom>
              <a:avLst/>
              <a:gdLst/>
              <a:ahLst/>
              <a:cxnLst/>
              <a:rect l="l" t="t" r="r" b="b"/>
              <a:pathLst>
                <a:path w="631190" h="156210">
                  <a:moveTo>
                    <a:pt x="0" y="0"/>
                  </a:moveTo>
                  <a:lnTo>
                    <a:pt x="630916" y="1557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79519" y="3760299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7543" y="0"/>
                  </a:lnTo>
                  <a:lnTo>
                    <a:pt x="45736" y="25636"/>
                  </a:lnTo>
                  <a:lnTo>
                    <a:pt x="0" y="305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79519" y="3760299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30547"/>
                  </a:moveTo>
                  <a:lnTo>
                    <a:pt x="45736" y="25636"/>
                  </a:lnTo>
                  <a:lnTo>
                    <a:pt x="7543" y="0"/>
                  </a:lnTo>
                  <a:lnTo>
                    <a:pt x="0" y="305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54625" y="3650853"/>
              <a:ext cx="626745" cy="169545"/>
            </a:xfrm>
            <a:custGeom>
              <a:avLst/>
              <a:gdLst/>
              <a:ahLst/>
              <a:cxnLst/>
              <a:rect l="l" t="t" r="r" b="b"/>
              <a:pathLst>
                <a:path w="626745" h="169545">
                  <a:moveTo>
                    <a:pt x="0" y="169296"/>
                  </a:moveTo>
                  <a:lnTo>
                    <a:pt x="62672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77250" y="3635665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205" y="30376"/>
                  </a:moveTo>
                  <a:lnTo>
                    <a:pt x="0" y="0"/>
                  </a:lnTo>
                  <a:lnTo>
                    <a:pt x="45831" y="3915"/>
                  </a:lnTo>
                  <a:lnTo>
                    <a:pt x="8205" y="3037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677250" y="3635665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205" y="30376"/>
                  </a:moveTo>
                  <a:lnTo>
                    <a:pt x="45831" y="3915"/>
                  </a:lnTo>
                  <a:lnTo>
                    <a:pt x="0" y="0"/>
                  </a:lnTo>
                  <a:lnTo>
                    <a:pt x="8205" y="3037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54625" y="3835053"/>
              <a:ext cx="626745" cy="169545"/>
            </a:xfrm>
            <a:custGeom>
              <a:avLst/>
              <a:gdLst/>
              <a:ahLst/>
              <a:cxnLst/>
              <a:rect l="l" t="t" r="r" b="b"/>
              <a:pathLst>
                <a:path w="626745" h="169545">
                  <a:moveTo>
                    <a:pt x="0" y="169296"/>
                  </a:moveTo>
                  <a:lnTo>
                    <a:pt x="62672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677250" y="3819865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205" y="30376"/>
                  </a:moveTo>
                  <a:lnTo>
                    <a:pt x="0" y="0"/>
                  </a:lnTo>
                  <a:lnTo>
                    <a:pt x="45831" y="3915"/>
                  </a:lnTo>
                  <a:lnTo>
                    <a:pt x="8205" y="3037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677250" y="3819865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205" y="30376"/>
                  </a:moveTo>
                  <a:lnTo>
                    <a:pt x="45831" y="3915"/>
                  </a:lnTo>
                  <a:lnTo>
                    <a:pt x="0" y="0"/>
                  </a:lnTo>
                  <a:lnTo>
                    <a:pt x="8205" y="3037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451225" y="4565591"/>
            <a:ext cx="31908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With</a:t>
            </a:r>
            <a:r>
              <a:rPr sz="1050" spc="-2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deep</a:t>
            </a:r>
            <a:r>
              <a:rPr sz="1050" spc="-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222222"/>
                </a:solidFill>
                <a:latin typeface="Arial MT"/>
                <a:cs typeface="Arial MT"/>
              </a:rPr>
              <a:t>learning,</a:t>
            </a:r>
            <a:r>
              <a:rPr sz="1050" spc="-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we</a:t>
            </a:r>
            <a:r>
              <a:rPr sz="1050" spc="-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are</a:t>
            </a:r>
            <a:r>
              <a:rPr sz="1050" spc="-2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222222"/>
                </a:solidFill>
                <a:latin typeface="Arial MT"/>
                <a:cs typeface="Arial MT"/>
              </a:rPr>
              <a:t>searching</a:t>
            </a:r>
            <a:r>
              <a:rPr sz="1050" spc="-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for</a:t>
            </a:r>
            <a:r>
              <a:rPr sz="1050" spc="-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a</a:t>
            </a:r>
            <a:r>
              <a:rPr sz="1050" spc="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b="1" spc="-10" dirty="0">
                <a:solidFill>
                  <a:srgbClr val="222222"/>
                </a:solidFill>
                <a:latin typeface="Arial"/>
                <a:cs typeface="Arial"/>
              </a:rPr>
              <a:t>surjective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(or</a:t>
            </a:r>
            <a:r>
              <a:rPr sz="1050" spc="-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b="1" dirty="0">
                <a:solidFill>
                  <a:srgbClr val="222222"/>
                </a:solidFill>
                <a:latin typeface="Arial"/>
                <a:cs typeface="Arial"/>
              </a:rPr>
              <a:t>onto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)</a:t>
            </a:r>
            <a:r>
              <a:rPr sz="1050" spc="-2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function</a:t>
            </a:r>
            <a:r>
              <a:rPr sz="1050" spc="-1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b="1" dirty="0">
                <a:solidFill>
                  <a:srgbClr val="222222"/>
                </a:solidFill>
                <a:latin typeface="Arial"/>
                <a:cs typeface="Arial"/>
              </a:rPr>
              <a:t>f</a:t>
            </a:r>
            <a:r>
              <a:rPr sz="105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from</a:t>
            </a:r>
            <a:r>
              <a:rPr sz="1050" spc="-2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a</a:t>
            </a:r>
            <a:r>
              <a:rPr sz="1050" spc="-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set</a:t>
            </a:r>
            <a:r>
              <a:rPr sz="1050" spc="-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b="1" dirty="0">
                <a:solidFill>
                  <a:srgbClr val="222222"/>
                </a:solidFill>
                <a:latin typeface="Arial"/>
                <a:cs typeface="Arial"/>
              </a:rPr>
              <a:t>X</a:t>
            </a:r>
            <a:r>
              <a:rPr sz="1050" b="1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to</a:t>
            </a:r>
            <a:r>
              <a:rPr sz="1050" spc="-2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a</a:t>
            </a:r>
            <a:r>
              <a:rPr sz="1050" spc="-2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22222"/>
                </a:solidFill>
                <a:latin typeface="Arial MT"/>
                <a:cs typeface="Arial MT"/>
              </a:rPr>
              <a:t>set</a:t>
            </a:r>
            <a:r>
              <a:rPr sz="1050" spc="-1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050" b="1" spc="-25" dirty="0">
                <a:solidFill>
                  <a:srgbClr val="222222"/>
                </a:solidFill>
                <a:latin typeface="Arial"/>
                <a:cs typeface="Arial"/>
              </a:rPr>
              <a:t>Y</a:t>
            </a:r>
            <a:r>
              <a:rPr sz="1050" spc="-25" dirty="0">
                <a:solidFill>
                  <a:srgbClr val="222222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949837" y="2608363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81762" y="2608363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6924" y="407337"/>
            <a:ext cx="28486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Principle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10180" y="1475017"/>
            <a:ext cx="2573655" cy="1903095"/>
            <a:chOff x="3110180" y="1475017"/>
            <a:chExt cx="2573655" cy="1903095"/>
          </a:xfrm>
        </p:grpSpPr>
        <p:sp>
          <p:nvSpPr>
            <p:cNvPr id="4" name="object 4"/>
            <p:cNvSpPr/>
            <p:nvPr/>
          </p:nvSpPr>
          <p:spPr>
            <a:xfrm>
              <a:off x="4322236" y="184325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B9C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33993" y="1843255"/>
              <a:ext cx="1512570" cy="1511300"/>
            </a:xfrm>
            <a:custGeom>
              <a:avLst/>
              <a:gdLst/>
              <a:ahLst/>
              <a:cxnLst/>
              <a:rect l="l" t="t" r="r" b="b"/>
              <a:pathLst>
                <a:path w="1512570" h="1511300">
                  <a:moveTo>
                    <a:pt x="1188243" y="161849"/>
                  </a:moveTo>
                  <a:lnTo>
                    <a:pt x="1194025" y="118823"/>
                  </a:lnTo>
                  <a:lnTo>
                    <a:pt x="1210341" y="80161"/>
                  </a:lnTo>
                  <a:lnTo>
                    <a:pt x="1235648" y="47404"/>
                  </a:lnTo>
                  <a:lnTo>
                    <a:pt x="1268405" y="22097"/>
                  </a:lnTo>
                  <a:lnTo>
                    <a:pt x="1307067" y="5781"/>
                  </a:lnTo>
                  <a:lnTo>
                    <a:pt x="1350093" y="0"/>
                  </a:lnTo>
                  <a:lnTo>
                    <a:pt x="1412031" y="12320"/>
                  </a:lnTo>
                  <a:lnTo>
                    <a:pt x="1464539" y="47404"/>
                  </a:lnTo>
                  <a:lnTo>
                    <a:pt x="1499623" y="99912"/>
                  </a:lnTo>
                  <a:lnTo>
                    <a:pt x="1511943" y="161849"/>
                  </a:lnTo>
                  <a:lnTo>
                    <a:pt x="1506162" y="204876"/>
                  </a:lnTo>
                  <a:lnTo>
                    <a:pt x="1489846" y="243538"/>
                  </a:lnTo>
                  <a:lnTo>
                    <a:pt x="1464539" y="276295"/>
                  </a:lnTo>
                  <a:lnTo>
                    <a:pt x="1431782" y="301602"/>
                  </a:lnTo>
                  <a:lnTo>
                    <a:pt x="1393120" y="317918"/>
                  </a:lnTo>
                  <a:lnTo>
                    <a:pt x="1350093" y="323699"/>
                  </a:lnTo>
                  <a:lnTo>
                    <a:pt x="1307067" y="317918"/>
                  </a:lnTo>
                  <a:lnTo>
                    <a:pt x="1268405" y="301602"/>
                  </a:lnTo>
                  <a:lnTo>
                    <a:pt x="1235648" y="276295"/>
                  </a:lnTo>
                  <a:lnTo>
                    <a:pt x="1210341" y="243538"/>
                  </a:lnTo>
                  <a:lnTo>
                    <a:pt x="1194025" y="204876"/>
                  </a:lnTo>
                  <a:lnTo>
                    <a:pt x="1188243" y="161849"/>
                  </a:lnTo>
                  <a:close/>
                </a:path>
                <a:path w="1512570" h="1511300">
                  <a:moveTo>
                    <a:pt x="0" y="1510902"/>
                  </a:moveTo>
                  <a:lnTo>
                    <a:pt x="485699" y="9715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33993" y="2814758"/>
              <a:ext cx="918210" cy="539750"/>
            </a:xfrm>
            <a:custGeom>
              <a:avLst/>
              <a:gdLst/>
              <a:ahLst/>
              <a:cxnLst/>
              <a:rect l="l" t="t" r="r" b="b"/>
              <a:pathLst>
                <a:path w="918210" h="539750">
                  <a:moveTo>
                    <a:pt x="0" y="539399"/>
                  </a:moveTo>
                  <a:lnTo>
                    <a:pt x="917999" y="0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33993" y="2814758"/>
              <a:ext cx="2322195" cy="539750"/>
            </a:xfrm>
            <a:custGeom>
              <a:avLst/>
              <a:gdLst/>
              <a:ahLst/>
              <a:cxnLst/>
              <a:rect l="l" t="t" r="r" b="b"/>
              <a:pathLst>
                <a:path w="2322195" h="539750">
                  <a:moveTo>
                    <a:pt x="0" y="539399"/>
                  </a:moveTo>
                  <a:lnTo>
                    <a:pt x="1350299" y="0"/>
                  </a:lnTo>
                </a:path>
                <a:path w="2322195" h="539750">
                  <a:moveTo>
                    <a:pt x="53577" y="539399"/>
                  </a:moveTo>
                  <a:lnTo>
                    <a:pt x="1835877" y="0"/>
                  </a:lnTo>
                </a:path>
                <a:path w="2322195" h="539750">
                  <a:moveTo>
                    <a:pt x="53577" y="539399"/>
                  </a:moveTo>
                  <a:lnTo>
                    <a:pt x="2321877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19805" y="2814758"/>
              <a:ext cx="2052955" cy="539750"/>
            </a:xfrm>
            <a:custGeom>
              <a:avLst/>
              <a:gdLst/>
              <a:ahLst/>
              <a:cxnLst/>
              <a:rect l="l" t="t" r="r" b="b"/>
              <a:pathLst>
                <a:path w="2052954" h="539750">
                  <a:moveTo>
                    <a:pt x="2052599" y="539399"/>
                  </a:moveTo>
                  <a:lnTo>
                    <a:pt x="0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52105" y="2814758"/>
              <a:ext cx="1620520" cy="539750"/>
            </a:xfrm>
            <a:custGeom>
              <a:avLst/>
              <a:gdLst/>
              <a:ahLst/>
              <a:cxnLst/>
              <a:rect l="l" t="t" r="r" b="b"/>
              <a:pathLst>
                <a:path w="1620520" h="539750">
                  <a:moveTo>
                    <a:pt x="1620299" y="539399"/>
                  </a:moveTo>
                  <a:lnTo>
                    <a:pt x="0" y="0"/>
                  </a:lnTo>
                </a:path>
              </a:pathLst>
            </a:custGeom>
            <a:ln w="1587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84105" y="2814758"/>
              <a:ext cx="1188720" cy="539750"/>
            </a:xfrm>
            <a:custGeom>
              <a:avLst/>
              <a:gdLst/>
              <a:ahLst/>
              <a:cxnLst/>
              <a:rect l="l" t="t" r="r" b="b"/>
              <a:pathLst>
                <a:path w="1188720" h="539750">
                  <a:moveTo>
                    <a:pt x="1188299" y="53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70105" y="2814758"/>
              <a:ext cx="702310" cy="539750"/>
            </a:xfrm>
            <a:custGeom>
              <a:avLst/>
              <a:gdLst/>
              <a:ahLst/>
              <a:cxnLst/>
              <a:rect l="l" t="t" r="r" b="b"/>
              <a:pathLst>
                <a:path w="702310" h="539750">
                  <a:moveTo>
                    <a:pt x="702299" y="53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55805" y="2814758"/>
              <a:ext cx="217170" cy="539750"/>
            </a:xfrm>
            <a:custGeom>
              <a:avLst/>
              <a:gdLst/>
              <a:ahLst/>
              <a:cxnLst/>
              <a:rect l="l" t="t" r="r" b="b"/>
              <a:pathLst>
                <a:path w="217170" h="539750">
                  <a:moveTo>
                    <a:pt x="216599" y="539399"/>
                  </a:moveTo>
                  <a:lnTo>
                    <a:pt x="0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84162" y="1523005"/>
              <a:ext cx="0" cy="320675"/>
            </a:xfrm>
            <a:custGeom>
              <a:avLst/>
              <a:gdLst/>
              <a:ahLst/>
              <a:cxnLst/>
              <a:rect l="l" t="t" r="r" b="b"/>
              <a:pathLst>
                <a:path h="320675">
                  <a:moveTo>
                    <a:pt x="0" y="320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68429" y="147977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68429" y="147977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19768" y="2167255"/>
              <a:ext cx="864869" cy="323850"/>
            </a:xfrm>
            <a:custGeom>
              <a:avLst/>
              <a:gdLst/>
              <a:ahLst/>
              <a:cxnLst/>
              <a:rect l="l" t="t" r="r" b="b"/>
              <a:pathLst>
                <a:path w="864870" h="323850">
                  <a:moveTo>
                    <a:pt x="0" y="323699"/>
                  </a:moveTo>
                  <a:lnTo>
                    <a:pt x="864599" y="0"/>
                  </a:lnTo>
                </a:path>
              </a:pathLst>
            </a:custGeom>
            <a:ln w="412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84162" y="2167105"/>
              <a:ext cx="1025525" cy="323850"/>
            </a:xfrm>
            <a:custGeom>
              <a:avLst/>
              <a:gdLst/>
              <a:ahLst/>
              <a:cxnLst/>
              <a:rect l="l" t="t" r="r" b="b"/>
              <a:pathLst>
                <a:path w="1025525" h="323850">
                  <a:moveTo>
                    <a:pt x="0" y="0"/>
                  </a:moveTo>
                  <a:lnTo>
                    <a:pt x="1025099" y="3236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51964" y="2167255"/>
              <a:ext cx="432434" cy="323850"/>
            </a:xfrm>
            <a:custGeom>
              <a:avLst/>
              <a:gdLst/>
              <a:ahLst/>
              <a:cxnLst/>
              <a:rect l="l" t="t" r="r" b="b"/>
              <a:pathLst>
                <a:path w="432435" h="323850">
                  <a:moveTo>
                    <a:pt x="0" y="323699"/>
                  </a:moveTo>
                  <a:lnTo>
                    <a:pt x="432299" y="0"/>
                  </a:lnTo>
                </a:path>
              </a:pathLst>
            </a:custGeom>
            <a:ln w="222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84162" y="2167105"/>
              <a:ext cx="0" cy="323850"/>
            </a:xfrm>
            <a:custGeom>
              <a:avLst/>
              <a:gdLst/>
              <a:ahLst/>
              <a:cxnLst/>
              <a:rect l="l" t="t" r="r" b="b"/>
              <a:pathLst>
                <a:path h="323850">
                  <a:moveTo>
                    <a:pt x="0" y="0"/>
                  </a:moveTo>
                  <a:lnTo>
                    <a:pt x="0" y="3236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11421" y="2167105"/>
              <a:ext cx="1458595" cy="1187450"/>
            </a:xfrm>
            <a:custGeom>
              <a:avLst/>
              <a:gdLst/>
              <a:ahLst/>
              <a:cxnLst/>
              <a:rect l="l" t="t" r="r" b="b"/>
              <a:pathLst>
                <a:path w="1458595" h="1187450">
                  <a:moveTo>
                    <a:pt x="972740" y="0"/>
                  </a:moveTo>
                  <a:lnTo>
                    <a:pt x="1458440" y="323699"/>
                  </a:lnTo>
                </a:path>
                <a:path w="1458595" h="1187450">
                  <a:moveTo>
                    <a:pt x="0" y="1187052"/>
                  </a:moveTo>
                  <a:lnTo>
                    <a:pt x="108599" y="647652"/>
                  </a:lnTo>
                </a:path>
                <a:path w="1458595" h="1187450">
                  <a:moveTo>
                    <a:pt x="0" y="1187052"/>
                  </a:moveTo>
                  <a:lnTo>
                    <a:pt x="540599" y="647652"/>
                  </a:lnTo>
                </a:path>
              </a:pathLst>
            </a:custGeom>
            <a:ln w="222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11421" y="2814758"/>
              <a:ext cx="972819" cy="539750"/>
            </a:xfrm>
            <a:custGeom>
              <a:avLst/>
              <a:gdLst/>
              <a:ahLst/>
              <a:cxnLst/>
              <a:rect l="l" t="t" r="r" b="b"/>
              <a:pathLst>
                <a:path w="972820" h="539750">
                  <a:moveTo>
                    <a:pt x="0" y="539399"/>
                  </a:moveTo>
                  <a:lnTo>
                    <a:pt x="972599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11421" y="2814758"/>
              <a:ext cx="1458595" cy="539750"/>
            </a:xfrm>
            <a:custGeom>
              <a:avLst/>
              <a:gdLst/>
              <a:ahLst/>
              <a:cxnLst/>
              <a:rect l="l" t="t" r="r" b="b"/>
              <a:pathLst>
                <a:path w="1458595" h="539750">
                  <a:moveTo>
                    <a:pt x="0" y="539399"/>
                  </a:moveTo>
                  <a:lnTo>
                    <a:pt x="14582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57842" y="249095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57843" y="249095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90039" y="249095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90040" y="249095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4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22236" y="249095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22237" y="2490955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  <a:path w="1295400" h="323850">
                  <a:moveTo>
                    <a:pt x="485774" y="161849"/>
                  </a:moveTo>
                  <a:lnTo>
                    <a:pt x="491556" y="118823"/>
                  </a:lnTo>
                  <a:lnTo>
                    <a:pt x="507872" y="80161"/>
                  </a:lnTo>
                  <a:lnTo>
                    <a:pt x="533179" y="47404"/>
                  </a:lnTo>
                  <a:lnTo>
                    <a:pt x="565936" y="22097"/>
                  </a:lnTo>
                  <a:lnTo>
                    <a:pt x="604598" y="5781"/>
                  </a:lnTo>
                  <a:lnTo>
                    <a:pt x="647624" y="0"/>
                  </a:lnTo>
                  <a:lnTo>
                    <a:pt x="709562" y="12320"/>
                  </a:lnTo>
                  <a:lnTo>
                    <a:pt x="762070" y="47404"/>
                  </a:lnTo>
                  <a:lnTo>
                    <a:pt x="797154" y="99912"/>
                  </a:lnTo>
                  <a:lnTo>
                    <a:pt x="809474" y="161849"/>
                  </a:lnTo>
                  <a:lnTo>
                    <a:pt x="803693" y="204876"/>
                  </a:lnTo>
                  <a:lnTo>
                    <a:pt x="787377" y="243538"/>
                  </a:lnTo>
                  <a:lnTo>
                    <a:pt x="762070" y="276295"/>
                  </a:lnTo>
                  <a:lnTo>
                    <a:pt x="729313" y="301602"/>
                  </a:lnTo>
                  <a:lnTo>
                    <a:pt x="690651" y="317918"/>
                  </a:lnTo>
                  <a:lnTo>
                    <a:pt x="647624" y="323699"/>
                  </a:lnTo>
                  <a:lnTo>
                    <a:pt x="604598" y="317918"/>
                  </a:lnTo>
                  <a:lnTo>
                    <a:pt x="565936" y="301602"/>
                  </a:lnTo>
                  <a:lnTo>
                    <a:pt x="533179" y="276295"/>
                  </a:lnTo>
                  <a:lnTo>
                    <a:pt x="507872" y="243538"/>
                  </a:lnTo>
                  <a:lnTo>
                    <a:pt x="491556" y="204876"/>
                  </a:lnTo>
                  <a:lnTo>
                    <a:pt x="485774" y="161849"/>
                  </a:lnTo>
                  <a:close/>
                </a:path>
                <a:path w="1295400" h="323850">
                  <a:moveTo>
                    <a:pt x="971549" y="161849"/>
                  </a:moveTo>
                  <a:lnTo>
                    <a:pt x="977331" y="118823"/>
                  </a:lnTo>
                  <a:lnTo>
                    <a:pt x="993647" y="80161"/>
                  </a:lnTo>
                  <a:lnTo>
                    <a:pt x="1018954" y="47404"/>
                  </a:lnTo>
                  <a:lnTo>
                    <a:pt x="1051711" y="22097"/>
                  </a:lnTo>
                  <a:lnTo>
                    <a:pt x="1090373" y="5781"/>
                  </a:lnTo>
                  <a:lnTo>
                    <a:pt x="1133399" y="0"/>
                  </a:lnTo>
                  <a:lnTo>
                    <a:pt x="1195337" y="12320"/>
                  </a:lnTo>
                  <a:lnTo>
                    <a:pt x="1247845" y="47404"/>
                  </a:lnTo>
                  <a:lnTo>
                    <a:pt x="1282929" y="99912"/>
                  </a:lnTo>
                  <a:lnTo>
                    <a:pt x="1295249" y="161849"/>
                  </a:lnTo>
                  <a:lnTo>
                    <a:pt x="1289468" y="204876"/>
                  </a:lnTo>
                  <a:lnTo>
                    <a:pt x="1273152" y="243538"/>
                  </a:lnTo>
                  <a:lnTo>
                    <a:pt x="1247845" y="276295"/>
                  </a:lnTo>
                  <a:lnTo>
                    <a:pt x="1215088" y="301602"/>
                  </a:lnTo>
                  <a:lnTo>
                    <a:pt x="1176426" y="317918"/>
                  </a:lnTo>
                  <a:lnTo>
                    <a:pt x="1133399" y="323699"/>
                  </a:lnTo>
                  <a:lnTo>
                    <a:pt x="1090373" y="317918"/>
                  </a:lnTo>
                  <a:lnTo>
                    <a:pt x="1051711" y="301602"/>
                  </a:lnTo>
                  <a:lnTo>
                    <a:pt x="1018954" y="276295"/>
                  </a:lnTo>
                  <a:lnTo>
                    <a:pt x="993647" y="243538"/>
                  </a:lnTo>
                  <a:lnTo>
                    <a:pt x="977331" y="204876"/>
                  </a:lnTo>
                  <a:lnTo>
                    <a:pt x="971549" y="16184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26043" y="3579615"/>
            <a:ext cx="495300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</a:tabLst>
            </a:pPr>
            <a:r>
              <a:rPr sz="2100" spc="-75" baseline="1984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r>
              <a:rPr sz="2100" baseline="1984" dirty="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sz="1400" spc="-50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  <a:tabLst>
                <a:tab pos="389890" algn="l"/>
              </a:tabLst>
            </a:pPr>
            <a:r>
              <a:rPr sz="1350" spc="-75" baseline="3086" dirty="0">
                <a:solidFill>
                  <a:srgbClr val="B3B3B3"/>
                </a:solidFill>
                <a:latin typeface="Arial MT"/>
                <a:cs typeface="Arial MT"/>
              </a:rPr>
              <a:t>1</a:t>
            </a:r>
            <a:r>
              <a:rPr sz="1350" baseline="3086" dirty="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B3B3B3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22796" y="3579615"/>
            <a:ext cx="11747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900" spc="-50" dirty="0">
                <a:solidFill>
                  <a:srgbClr val="B3B3B3"/>
                </a:solidFill>
                <a:latin typeface="Arial MT"/>
                <a:cs typeface="Arial MT"/>
              </a:rPr>
              <a:t>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59518" y="357961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10" dirty="0">
                <a:solidFill>
                  <a:srgbClr val="B3B3B3"/>
                </a:solidFill>
                <a:latin typeface="Arial MT"/>
                <a:cs typeface="Arial MT"/>
              </a:rPr>
              <a:t>…..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534168" y="4356830"/>
            <a:ext cx="333375" cy="333375"/>
            <a:chOff x="4534168" y="4356830"/>
            <a:chExt cx="333375" cy="333375"/>
          </a:xfrm>
        </p:grpSpPr>
        <p:sp>
          <p:nvSpPr>
            <p:cNvPr id="33" name="object 33"/>
            <p:cNvSpPr/>
            <p:nvPr/>
          </p:nvSpPr>
          <p:spPr>
            <a:xfrm>
              <a:off x="4538930" y="436159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5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09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38930" y="436159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80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3942922" y="4359592"/>
            <a:ext cx="333375" cy="333375"/>
            <a:chOff x="3942922" y="4359592"/>
            <a:chExt cx="333375" cy="333375"/>
          </a:xfrm>
        </p:grpSpPr>
        <p:sp>
          <p:nvSpPr>
            <p:cNvPr id="36" name="object 36"/>
            <p:cNvSpPr/>
            <p:nvPr/>
          </p:nvSpPr>
          <p:spPr>
            <a:xfrm>
              <a:off x="3947684" y="43643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B9C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47685" y="43643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4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929082" y="3296412"/>
            <a:ext cx="333375" cy="333375"/>
            <a:chOff x="5929082" y="3296412"/>
            <a:chExt cx="333375" cy="333375"/>
          </a:xfrm>
        </p:grpSpPr>
        <p:sp>
          <p:nvSpPr>
            <p:cNvPr id="39" name="object 39"/>
            <p:cNvSpPr/>
            <p:nvPr/>
          </p:nvSpPr>
          <p:spPr>
            <a:xfrm>
              <a:off x="5933845" y="330117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09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33845" y="330117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347097" y="4300997"/>
            <a:ext cx="1555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65" dirty="0">
                <a:solidFill>
                  <a:srgbClr val="B3B3B3"/>
                </a:solidFill>
                <a:latin typeface="Arial MT"/>
                <a:cs typeface="Arial MT"/>
              </a:rPr>
              <a:t>-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42964" y="4393782"/>
            <a:ext cx="4489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B3B3B3"/>
                </a:solidFill>
                <a:latin typeface="Arial MT"/>
                <a:cs typeface="Arial MT"/>
              </a:rPr>
              <a:t>Error: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00657" y="1849256"/>
            <a:ext cx="1412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B3B3B3"/>
                </a:solidFill>
                <a:latin typeface="Arial MT"/>
                <a:cs typeface="Arial MT"/>
              </a:rPr>
              <a:t>Output/Prediction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66287" y="3309938"/>
            <a:ext cx="1078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solidFill>
                  <a:srgbClr val="B3B3B3"/>
                </a:solidFill>
                <a:latin typeface="Arial MT"/>
                <a:cs typeface="Arial MT"/>
              </a:rPr>
              <a:t>Target</a:t>
            </a:r>
            <a:r>
              <a:rPr sz="1400" dirty="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B3B3B3"/>
                </a:solidFill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019295" y="3348998"/>
            <a:ext cx="228600" cy="228600"/>
            <a:chOff x="3019295" y="3348998"/>
            <a:chExt cx="228600" cy="228600"/>
          </a:xfrm>
        </p:grpSpPr>
        <p:sp>
          <p:nvSpPr>
            <p:cNvPr id="46" name="object 46"/>
            <p:cNvSpPr/>
            <p:nvPr/>
          </p:nvSpPr>
          <p:spPr>
            <a:xfrm>
              <a:off x="3025645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DC8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25645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3397915" y="3348998"/>
            <a:ext cx="228600" cy="228600"/>
            <a:chOff x="3397915" y="3348998"/>
            <a:chExt cx="228600" cy="228600"/>
          </a:xfrm>
        </p:grpSpPr>
        <p:sp>
          <p:nvSpPr>
            <p:cNvPr id="49" name="object 49"/>
            <p:cNvSpPr/>
            <p:nvPr/>
          </p:nvSpPr>
          <p:spPr>
            <a:xfrm>
              <a:off x="3404265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04265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830111" y="3348998"/>
            <a:ext cx="228600" cy="228600"/>
            <a:chOff x="3830111" y="3348998"/>
            <a:chExt cx="228600" cy="228600"/>
          </a:xfrm>
        </p:grpSpPr>
        <p:sp>
          <p:nvSpPr>
            <p:cNvPr id="52" name="object 52"/>
            <p:cNvSpPr/>
            <p:nvPr/>
          </p:nvSpPr>
          <p:spPr>
            <a:xfrm>
              <a:off x="3836461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836461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/>
          <p:nvPr/>
        </p:nvSpPr>
        <p:spPr>
          <a:xfrm>
            <a:off x="4268658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700855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131861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5557708" y="3348998"/>
            <a:ext cx="228600" cy="228600"/>
            <a:chOff x="5557708" y="3348998"/>
            <a:chExt cx="228600" cy="228600"/>
          </a:xfrm>
        </p:grpSpPr>
        <p:sp>
          <p:nvSpPr>
            <p:cNvPr id="58" name="object 58"/>
            <p:cNvSpPr/>
            <p:nvPr/>
          </p:nvSpPr>
          <p:spPr>
            <a:xfrm>
              <a:off x="5564058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564058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273746" y="1131543"/>
            <a:ext cx="2258060" cy="1473200"/>
            <a:chOff x="273746" y="1131543"/>
            <a:chExt cx="2258060" cy="1473200"/>
          </a:xfrm>
        </p:grpSpPr>
        <p:sp>
          <p:nvSpPr>
            <p:cNvPr id="61" name="object 61"/>
            <p:cNvSpPr/>
            <p:nvPr/>
          </p:nvSpPr>
          <p:spPr>
            <a:xfrm>
              <a:off x="2195726" y="1136306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09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95726" y="1136306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80096" y="1190479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DC8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0096" y="1190479"/>
              <a:ext cx="482600" cy="215900"/>
            </a:xfrm>
            <a:custGeom>
              <a:avLst/>
              <a:gdLst/>
              <a:ahLst/>
              <a:cxnLst/>
              <a:rect l="l" t="t" r="r" b="b"/>
              <a:pathLst>
                <a:path w="4826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482600" h="215900">
                  <a:moveTo>
                    <a:pt x="267116" y="0"/>
                  </a:moveTo>
                  <a:lnTo>
                    <a:pt x="482516" y="0"/>
                  </a:lnTo>
                  <a:lnTo>
                    <a:pt x="482516" y="215399"/>
                  </a:lnTo>
                  <a:lnTo>
                    <a:pt x="267116" y="215399"/>
                  </a:lnTo>
                  <a:lnTo>
                    <a:pt x="26711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28324" y="1190479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28324" y="1190479"/>
              <a:ext cx="1058545" cy="215900"/>
            </a:xfrm>
            <a:custGeom>
              <a:avLst/>
              <a:gdLst/>
              <a:ahLst/>
              <a:cxnLst/>
              <a:rect l="l" t="t" r="r" b="b"/>
              <a:pathLst>
                <a:path w="1058545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1058545" h="215900">
                  <a:moveTo>
                    <a:pt x="281109" y="0"/>
                  </a:moveTo>
                  <a:lnTo>
                    <a:pt x="496509" y="0"/>
                  </a:lnTo>
                  <a:lnTo>
                    <a:pt x="496509" y="215399"/>
                  </a:lnTo>
                  <a:lnTo>
                    <a:pt x="281109" y="215399"/>
                  </a:lnTo>
                  <a:lnTo>
                    <a:pt x="281109" y="0"/>
                  </a:lnTo>
                  <a:close/>
                </a:path>
                <a:path w="1058545" h="215900">
                  <a:moveTo>
                    <a:pt x="561891" y="0"/>
                  </a:moveTo>
                  <a:lnTo>
                    <a:pt x="777291" y="0"/>
                  </a:lnTo>
                  <a:lnTo>
                    <a:pt x="777291" y="215399"/>
                  </a:lnTo>
                  <a:lnTo>
                    <a:pt x="561891" y="215399"/>
                  </a:lnTo>
                  <a:lnTo>
                    <a:pt x="561891" y="0"/>
                  </a:lnTo>
                  <a:close/>
                </a:path>
                <a:path w="1058545" h="215900">
                  <a:moveTo>
                    <a:pt x="842671" y="0"/>
                  </a:moveTo>
                  <a:lnTo>
                    <a:pt x="1058071" y="0"/>
                  </a:lnTo>
                  <a:lnTo>
                    <a:pt x="1058071" y="215399"/>
                  </a:lnTo>
                  <a:lnTo>
                    <a:pt x="842671" y="215399"/>
                  </a:lnTo>
                  <a:lnTo>
                    <a:pt x="84267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933360" y="1190479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33360" y="1190479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95726" y="151664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3372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95726" y="151664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80096" y="1570817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80096" y="1570817"/>
              <a:ext cx="482600" cy="215900"/>
            </a:xfrm>
            <a:custGeom>
              <a:avLst/>
              <a:gdLst/>
              <a:ahLst/>
              <a:cxnLst/>
              <a:rect l="l" t="t" r="r" b="b"/>
              <a:pathLst>
                <a:path w="4826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482600" h="215900">
                  <a:moveTo>
                    <a:pt x="267116" y="0"/>
                  </a:moveTo>
                  <a:lnTo>
                    <a:pt x="482516" y="0"/>
                  </a:lnTo>
                  <a:lnTo>
                    <a:pt x="482516" y="215399"/>
                  </a:lnTo>
                  <a:lnTo>
                    <a:pt x="267116" y="215399"/>
                  </a:lnTo>
                  <a:lnTo>
                    <a:pt x="26711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28324" y="1570817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28324" y="1570817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109434" y="1570817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109434" y="1570817"/>
              <a:ext cx="496570" cy="215900"/>
            </a:xfrm>
            <a:custGeom>
              <a:avLst/>
              <a:gdLst/>
              <a:ahLst/>
              <a:cxnLst/>
              <a:rect l="l" t="t" r="r" b="b"/>
              <a:pathLst>
                <a:path w="496569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496569" h="215900">
                  <a:moveTo>
                    <a:pt x="280781" y="0"/>
                  </a:moveTo>
                  <a:lnTo>
                    <a:pt x="496181" y="0"/>
                  </a:lnTo>
                  <a:lnTo>
                    <a:pt x="496181" y="215399"/>
                  </a:lnTo>
                  <a:lnTo>
                    <a:pt x="280781" y="215399"/>
                  </a:lnTo>
                  <a:lnTo>
                    <a:pt x="28078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670995" y="1570817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670995" y="1570817"/>
              <a:ext cx="478155" cy="215900"/>
            </a:xfrm>
            <a:custGeom>
              <a:avLst/>
              <a:gdLst/>
              <a:ahLst/>
              <a:cxnLst/>
              <a:rect l="l" t="t" r="r" b="b"/>
              <a:pathLst>
                <a:path w="478155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478155" h="215900">
                  <a:moveTo>
                    <a:pt x="262364" y="0"/>
                  </a:moveTo>
                  <a:lnTo>
                    <a:pt x="477764" y="0"/>
                  </a:lnTo>
                  <a:lnTo>
                    <a:pt x="477764" y="215399"/>
                  </a:lnTo>
                  <a:lnTo>
                    <a:pt x="262364" y="215399"/>
                  </a:lnTo>
                  <a:lnTo>
                    <a:pt x="262364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202967" y="1896981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87335" y="1951154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54453" y="1951154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54453" y="1951154"/>
              <a:ext cx="777875" cy="215900"/>
            </a:xfrm>
            <a:custGeom>
              <a:avLst/>
              <a:gdLst/>
              <a:ahLst/>
              <a:cxnLst/>
              <a:rect l="l" t="t" r="r" b="b"/>
              <a:pathLst>
                <a:path w="777875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777875" h="215900">
                  <a:moveTo>
                    <a:pt x="281110" y="0"/>
                  </a:moveTo>
                  <a:lnTo>
                    <a:pt x="496510" y="0"/>
                  </a:lnTo>
                  <a:lnTo>
                    <a:pt x="496510" y="215399"/>
                  </a:lnTo>
                  <a:lnTo>
                    <a:pt x="281110" y="215399"/>
                  </a:lnTo>
                  <a:lnTo>
                    <a:pt x="281110" y="0"/>
                  </a:lnTo>
                  <a:close/>
                </a:path>
                <a:path w="777875" h="215900">
                  <a:moveTo>
                    <a:pt x="562220" y="0"/>
                  </a:moveTo>
                  <a:lnTo>
                    <a:pt x="777620" y="0"/>
                  </a:lnTo>
                  <a:lnTo>
                    <a:pt x="777620" y="215399"/>
                  </a:lnTo>
                  <a:lnTo>
                    <a:pt x="562220" y="215399"/>
                  </a:lnTo>
                  <a:lnTo>
                    <a:pt x="56222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397456" y="1951154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397456" y="1951154"/>
              <a:ext cx="758825" cy="215900"/>
            </a:xfrm>
            <a:custGeom>
              <a:avLst/>
              <a:gdLst/>
              <a:ahLst/>
              <a:cxnLst/>
              <a:rect l="l" t="t" r="r" b="b"/>
              <a:pathLst>
                <a:path w="758825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758825" h="215900">
                  <a:moveTo>
                    <a:pt x="280779" y="0"/>
                  </a:moveTo>
                  <a:lnTo>
                    <a:pt x="496179" y="0"/>
                  </a:lnTo>
                  <a:lnTo>
                    <a:pt x="496179" y="215399"/>
                  </a:lnTo>
                  <a:lnTo>
                    <a:pt x="280779" y="215399"/>
                  </a:lnTo>
                  <a:lnTo>
                    <a:pt x="280779" y="0"/>
                  </a:lnTo>
                  <a:close/>
                </a:path>
                <a:path w="758825" h="215900">
                  <a:moveTo>
                    <a:pt x="543144" y="0"/>
                  </a:moveTo>
                  <a:lnTo>
                    <a:pt x="758544" y="0"/>
                  </a:lnTo>
                  <a:lnTo>
                    <a:pt x="758544" y="215399"/>
                  </a:lnTo>
                  <a:lnTo>
                    <a:pt x="543144" y="215399"/>
                  </a:lnTo>
                  <a:lnTo>
                    <a:pt x="543144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202967" y="2276128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202967" y="2276128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87335" y="2330302"/>
              <a:ext cx="763905" cy="215900"/>
            </a:xfrm>
            <a:custGeom>
              <a:avLst/>
              <a:gdLst/>
              <a:ahLst/>
              <a:cxnLst/>
              <a:rect l="l" t="t" r="r" b="b"/>
              <a:pathLst>
                <a:path w="763905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763905" h="215900">
                  <a:moveTo>
                    <a:pt x="267117" y="0"/>
                  </a:moveTo>
                  <a:lnTo>
                    <a:pt x="482517" y="0"/>
                  </a:lnTo>
                  <a:lnTo>
                    <a:pt x="482517" y="215399"/>
                  </a:lnTo>
                  <a:lnTo>
                    <a:pt x="267117" y="215399"/>
                  </a:lnTo>
                  <a:lnTo>
                    <a:pt x="267117" y="0"/>
                  </a:lnTo>
                  <a:close/>
                </a:path>
                <a:path w="763905" h="215900">
                  <a:moveTo>
                    <a:pt x="548228" y="0"/>
                  </a:moveTo>
                  <a:lnTo>
                    <a:pt x="763628" y="0"/>
                  </a:lnTo>
                  <a:lnTo>
                    <a:pt x="763628" y="215399"/>
                  </a:lnTo>
                  <a:lnTo>
                    <a:pt x="548228" y="215399"/>
                  </a:lnTo>
                  <a:lnTo>
                    <a:pt x="54822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16674" y="233030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116674" y="2330302"/>
              <a:ext cx="496570" cy="215900"/>
            </a:xfrm>
            <a:custGeom>
              <a:avLst/>
              <a:gdLst/>
              <a:ahLst/>
              <a:cxnLst/>
              <a:rect l="l" t="t" r="r" b="b"/>
              <a:pathLst>
                <a:path w="496569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  <a:path w="496569" h="215900">
                  <a:moveTo>
                    <a:pt x="280781" y="0"/>
                  </a:moveTo>
                  <a:lnTo>
                    <a:pt x="496181" y="0"/>
                  </a:lnTo>
                  <a:lnTo>
                    <a:pt x="496181" y="215399"/>
                  </a:lnTo>
                  <a:lnTo>
                    <a:pt x="280781" y="215399"/>
                  </a:lnTo>
                  <a:lnTo>
                    <a:pt x="28078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78235" y="233030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678235" y="233030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940601" y="233030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940601" y="233030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897079" y="657909"/>
            <a:ext cx="9055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90" dirty="0">
                <a:solidFill>
                  <a:srgbClr val="B3B3B3"/>
                </a:solidFill>
                <a:latin typeface="Arial"/>
                <a:cs typeface="Arial"/>
              </a:rPr>
              <a:t>Dataset</a:t>
            </a:r>
            <a:endParaRPr sz="21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023911" y="4370356"/>
            <a:ext cx="2482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B3B3B3"/>
                </a:solidFill>
                <a:latin typeface="Arial"/>
                <a:cs typeface="Arial"/>
              </a:rPr>
              <a:t>=</a:t>
            </a:r>
            <a:r>
              <a:rPr sz="1400" b="1" spc="-4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B3B3B3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211790" y="1015252"/>
            <a:ext cx="2374900" cy="1728470"/>
          </a:xfrm>
          <a:custGeom>
            <a:avLst/>
            <a:gdLst/>
            <a:ahLst/>
            <a:cxnLst/>
            <a:rect l="l" t="t" r="r" b="b"/>
            <a:pathLst>
              <a:path w="2374900" h="1728470">
                <a:moveTo>
                  <a:pt x="0" y="0"/>
                </a:moveTo>
                <a:lnTo>
                  <a:pt x="2374499" y="0"/>
                </a:lnTo>
                <a:lnTo>
                  <a:pt x="2374499" y="1727999"/>
                </a:lnTo>
                <a:lnTo>
                  <a:pt x="0" y="17279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3148420" y="4810495"/>
            <a:ext cx="26701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(Image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Credit: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NVIDIA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Deep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Learning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Institute)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10180" y="2790945"/>
            <a:ext cx="2573655" cy="587375"/>
            <a:chOff x="3110180" y="2790945"/>
            <a:chExt cx="2573655" cy="587375"/>
          </a:xfrm>
        </p:grpSpPr>
        <p:sp>
          <p:nvSpPr>
            <p:cNvPr id="3" name="object 3"/>
            <p:cNvSpPr/>
            <p:nvPr/>
          </p:nvSpPr>
          <p:spPr>
            <a:xfrm>
              <a:off x="3133993" y="2814758"/>
              <a:ext cx="485775" cy="539750"/>
            </a:xfrm>
            <a:custGeom>
              <a:avLst/>
              <a:gdLst/>
              <a:ahLst/>
              <a:cxnLst/>
              <a:rect l="l" t="t" r="r" b="b"/>
              <a:pathLst>
                <a:path w="485775" h="539750">
                  <a:moveTo>
                    <a:pt x="0" y="539399"/>
                  </a:moveTo>
                  <a:lnTo>
                    <a:pt x="4856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33993" y="2814758"/>
              <a:ext cx="918210" cy="539750"/>
            </a:xfrm>
            <a:custGeom>
              <a:avLst/>
              <a:gdLst/>
              <a:ahLst/>
              <a:cxnLst/>
              <a:rect l="l" t="t" r="r" b="b"/>
              <a:pathLst>
                <a:path w="918210" h="539750">
                  <a:moveTo>
                    <a:pt x="0" y="539399"/>
                  </a:moveTo>
                  <a:lnTo>
                    <a:pt x="917999" y="0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33993" y="2814758"/>
              <a:ext cx="2322195" cy="539750"/>
            </a:xfrm>
            <a:custGeom>
              <a:avLst/>
              <a:gdLst/>
              <a:ahLst/>
              <a:cxnLst/>
              <a:rect l="l" t="t" r="r" b="b"/>
              <a:pathLst>
                <a:path w="2322195" h="539750">
                  <a:moveTo>
                    <a:pt x="0" y="539399"/>
                  </a:moveTo>
                  <a:lnTo>
                    <a:pt x="1350299" y="0"/>
                  </a:lnTo>
                </a:path>
                <a:path w="2322195" h="539750">
                  <a:moveTo>
                    <a:pt x="53577" y="539399"/>
                  </a:moveTo>
                  <a:lnTo>
                    <a:pt x="1835877" y="0"/>
                  </a:lnTo>
                </a:path>
                <a:path w="2322195" h="539750">
                  <a:moveTo>
                    <a:pt x="53577" y="539399"/>
                  </a:moveTo>
                  <a:lnTo>
                    <a:pt x="2321877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805" y="2814758"/>
              <a:ext cx="2052955" cy="539750"/>
            </a:xfrm>
            <a:custGeom>
              <a:avLst/>
              <a:gdLst/>
              <a:ahLst/>
              <a:cxnLst/>
              <a:rect l="l" t="t" r="r" b="b"/>
              <a:pathLst>
                <a:path w="2052954" h="539750">
                  <a:moveTo>
                    <a:pt x="2052599" y="539399"/>
                  </a:moveTo>
                  <a:lnTo>
                    <a:pt x="0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52105" y="2814758"/>
              <a:ext cx="1620520" cy="539750"/>
            </a:xfrm>
            <a:custGeom>
              <a:avLst/>
              <a:gdLst/>
              <a:ahLst/>
              <a:cxnLst/>
              <a:rect l="l" t="t" r="r" b="b"/>
              <a:pathLst>
                <a:path w="1620520" h="539750">
                  <a:moveTo>
                    <a:pt x="1620299" y="539399"/>
                  </a:moveTo>
                  <a:lnTo>
                    <a:pt x="0" y="0"/>
                  </a:lnTo>
                </a:path>
              </a:pathLst>
            </a:custGeom>
            <a:ln w="1587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4105" y="2814758"/>
              <a:ext cx="1188720" cy="539750"/>
            </a:xfrm>
            <a:custGeom>
              <a:avLst/>
              <a:gdLst/>
              <a:ahLst/>
              <a:cxnLst/>
              <a:rect l="l" t="t" r="r" b="b"/>
              <a:pathLst>
                <a:path w="1188720" h="539750">
                  <a:moveTo>
                    <a:pt x="1188299" y="53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70105" y="2814758"/>
              <a:ext cx="702310" cy="539750"/>
            </a:xfrm>
            <a:custGeom>
              <a:avLst/>
              <a:gdLst/>
              <a:ahLst/>
              <a:cxnLst/>
              <a:rect l="l" t="t" r="r" b="b"/>
              <a:pathLst>
                <a:path w="702310" h="539750">
                  <a:moveTo>
                    <a:pt x="702299" y="53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55805" y="2814758"/>
              <a:ext cx="217170" cy="539750"/>
            </a:xfrm>
            <a:custGeom>
              <a:avLst/>
              <a:gdLst/>
              <a:ahLst/>
              <a:cxnLst/>
              <a:rect l="l" t="t" r="r" b="b"/>
              <a:pathLst>
                <a:path w="217170" h="539750">
                  <a:moveTo>
                    <a:pt x="216599" y="539399"/>
                  </a:moveTo>
                  <a:lnTo>
                    <a:pt x="0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463666" y="1475017"/>
            <a:ext cx="41275" cy="368300"/>
            <a:chOff x="4463666" y="1475017"/>
            <a:chExt cx="41275" cy="368300"/>
          </a:xfrm>
        </p:grpSpPr>
        <p:sp>
          <p:nvSpPr>
            <p:cNvPr id="12" name="object 12"/>
            <p:cNvSpPr/>
            <p:nvPr/>
          </p:nvSpPr>
          <p:spPr>
            <a:xfrm>
              <a:off x="4484161" y="1523005"/>
              <a:ext cx="0" cy="320675"/>
            </a:xfrm>
            <a:custGeom>
              <a:avLst/>
              <a:gdLst/>
              <a:ahLst/>
              <a:cxnLst/>
              <a:rect l="l" t="t" r="r" b="b"/>
              <a:pathLst>
                <a:path h="320675">
                  <a:moveTo>
                    <a:pt x="0" y="320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68429" y="147977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68429" y="147977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578492" y="2125979"/>
            <a:ext cx="1936114" cy="406400"/>
            <a:chOff x="3578492" y="2125979"/>
            <a:chExt cx="1936114" cy="406400"/>
          </a:xfrm>
        </p:grpSpPr>
        <p:sp>
          <p:nvSpPr>
            <p:cNvPr id="16" name="object 16"/>
            <p:cNvSpPr/>
            <p:nvPr/>
          </p:nvSpPr>
          <p:spPr>
            <a:xfrm>
              <a:off x="3619767" y="2167254"/>
              <a:ext cx="864869" cy="323850"/>
            </a:xfrm>
            <a:custGeom>
              <a:avLst/>
              <a:gdLst/>
              <a:ahLst/>
              <a:cxnLst/>
              <a:rect l="l" t="t" r="r" b="b"/>
              <a:pathLst>
                <a:path w="864870" h="323850">
                  <a:moveTo>
                    <a:pt x="0" y="323699"/>
                  </a:moveTo>
                  <a:lnTo>
                    <a:pt x="864599" y="0"/>
                  </a:lnTo>
                </a:path>
              </a:pathLst>
            </a:custGeom>
            <a:ln w="82549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84161" y="2167104"/>
              <a:ext cx="1025525" cy="323850"/>
            </a:xfrm>
            <a:custGeom>
              <a:avLst/>
              <a:gdLst/>
              <a:ahLst/>
              <a:cxnLst/>
              <a:rect l="l" t="t" r="r" b="b"/>
              <a:pathLst>
                <a:path w="1025525" h="323850">
                  <a:moveTo>
                    <a:pt x="0" y="0"/>
                  </a:moveTo>
                  <a:lnTo>
                    <a:pt x="1025099" y="3236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51964" y="2167254"/>
              <a:ext cx="432434" cy="323850"/>
            </a:xfrm>
            <a:custGeom>
              <a:avLst/>
              <a:gdLst/>
              <a:ahLst/>
              <a:cxnLst/>
              <a:rect l="l" t="t" r="r" b="b"/>
              <a:pathLst>
                <a:path w="432435" h="323850">
                  <a:moveTo>
                    <a:pt x="0" y="323699"/>
                  </a:moveTo>
                  <a:lnTo>
                    <a:pt x="432299" y="0"/>
                  </a:lnTo>
                </a:path>
              </a:pathLst>
            </a:custGeom>
            <a:ln w="222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84161" y="2167104"/>
              <a:ext cx="0" cy="323850"/>
            </a:xfrm>
            <a:custGeom>
              <a:avLst/>
              <a:gdLst/>
              <a:ahLst/>
              <a:cxnLst/>
              <a:rect l="l" t="t" r="r" b="b"/>
              <a:pathLst>
                <a:path h="323850">
                  <a:moveTo>
                    <a:pt x="0" y="0"/>
                  </a:moveTo>
                  <a:lnTo>
                    <a:pt x="0" y="3236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84161" y="2167104"/>
              <a:ext cx="485775" cy="323850"/>
            </a:xfrm>
            <a:custGeom>
              <a:avLst/>
              <a:gdLst/>
              <a:ahLst/>
              <a:cxnLst/>
              <a:rect l="l" t="t" r="r" b="b"/>
              <a:pathLst>
                <a:path w="485775" h="323850">
                  <a:moveTo>
                    <a:pt x="0" y="0"/>
                  </a:moveTo>
                  <a:lnTo>
                    <a:pt x="485699" y="323699"/>
                  </a:lnTo>
                </a:path>
              </a:pathLst>
            </a:custGeom>
            <a:ln w="222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3451492" y="2484604"/>
            <a:ext cx="1687195" cy="880744"/>
            <a:chOff x="3451492" y="2484604"/>
            <a:chExt cx="1687195" cy="880744"/>
          </a:xfrm>
        </p:grpSpPr>
        <p:sp>
          <p:nvSpPr>
            <p:cNvPr id="22" name="object 22"/>
            <p:cNvSpPr/>
            <p:nvPr/>
          </p:nvSpPr>
          <p:spPr>
            <a:xfrm>
              <a:off x="3511420" y="2814757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539399"/>
                  </a:moveTo>
                  <a:lnTo>
                    <a:pt x="108599" y="0"/>
                  </a:lnTo>
                </a:path>
                <a:path w="541020" h="539750">
                  <a:moveTo>
                    <a:pt x="0" y="539399"/>
                  </a:moveTo>
                  <a:lnTo>
                    <a:pt x="540599" y="0"/>
                  </a:lnTo>
                </a:path>
              </a:pathLst>
            </a:custGeom>
            <a:ln w="222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11420" y="2814757"/>
              <a:ext cx="972819" cy="539750"/>
            </a:xfrm>
            <a:custGeom>
              <a:avLst/>
              <a:gdLst/>
              <a:ahLst/>
              <a:cxnLst/>
              <a:rect l="l" t="t" r="r" b="b"/>
              <a:pathLst>
                <a:path w="972820" h="539750">
                  <a:moveTo>
                    <a:pt x="0" y="539399"/>
                  </a:moveTo>
                  <a:lnTo>
                    <a:pt x="972599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11420" y="2814757"/>
              <a:ext cx="1458595" cy="539750"/>
            </a:xfrm>
            <a:custGeom>
              <a:avLst/>
              <a:gdLst/>
              <a:ahLst/>
              <a:cxnLst/>
              <a:rect l="l" t="t" r="r" b="b"/>
              <a:pathLst>
                <a:path w="1458595" h="539750">
                  <a:moveTo>
                    <a:pt x="0" y="539399"/>
                  </a:moveTo>
                  <a:lnTo>
                    <a:pt x="14582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57842" y="24909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57842" y="24909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90039" y="24909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90039" y="24909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4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22236" y="24909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22236" y="2490954"/>
              <a:ext cx="809625" cy="323850"/>
            </a:xfrm>
            <a:custGeom>
              <a:avLst/>
              <a:gdLst/>
              <a:ahLst/>
              <a:cxnLst/>
              <a:rect l="l" t="t" r="r" b="b"/>
              <a:pathLst>
                <a:path w="809625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  <a:path w="809625" h="323850">
                  <a:moveTo>
                    <a:pt x="485774" y="161849"/>
                  </a:moveTo>
                  <a:lnTo>
                    <a:pt x="491556" y="118823"/>
                  </a:lnTo>
                  <a:lnTo>
                    <a:pt x="507872" y="80161"/>
                  </a:lnTo>
                  <a:lnTo>
                    <a:pt x="533179" y="47404"/>
                  </a:lnTo>
                  <a:lnTo>
                    <a:pt x="565936" y="22097"/>
                  </a:lnTo>
                  <a:lnTo>
                    <a:pt x="604598" y="5781"/>
                  </a:lnTo>
                  <a:lnTo>
                    <a:pt x="647624" y="0"/>
                  </a:lnTo>
                  <a:lnTo>
                    <a:pt x="709562" y="12320"/>
                  </a:lnTo>
                  <a:lnTo>
                    <a:pt x="762070" y="47404"/>
                  </a:lnTo>
                  <a:lnTo>
                    <a:pt x="797154" y="99912"/>
                  </a:lnTo>
                  <a:lnTo>
                    <a:pt x="809474" y="161849"/>
                  </a:lnTo>
                  <a:lnTo>
                    <a:pt x="803693" y="204876"/>
                  </a:lnTo>
                  <a:lnTo>
                    <a:pt x="787377" y="243538"/>
                  </a:lnTo>
                  <a:lnTo>
                    <a:pt x="762070" y="276295"/>
                  </a:lnTo>
                  <a:lnTo>
                    <a:pt x="729313" y="301602"/>
                  </a:lnTo>
                  <a:lnTo>
                    <a:pt x="690651" y="317918"/>
                  </a:lnTo>
                  <a:lnTo>
                    <a:pt x="647624" y="323699"/>
                  </a:lnTo>
                  <a:lnTo>
                    <a:pt x="604598" y="317918"/>
                  </a:lnTo>
                  <a:lnTo>
                    <a:pt x="565936" y="301602"/>
                  </a:lnTo>
                  <a:lnTo>
                    <a:pt x="533179" y="276295"/>
                  </a:lnTo>
                  <a:lnTo>
                    <a:pt x="507872" y="243538"/>
                  </a:lnTo>
                  <a:lnTo>
                    <a:pt x="491556" y="204876"/>
                  </a:lnTo>
                  <a:lnTo>
                    <a:pt x="485774" y="16184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026043" y="3579615"/>
            <a:ext cx="495300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</a:tabLst>
            </a:pPr>
            <a:r>
              <a:rPr sz="2100" spc="-75" baseline="1984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r>
              <a:rPr sz="2100" baseline="1984" dirty="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sz="1400" spc="-50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  <a:tabLst>
                <a:tab pos="389890" algn="l"/>
              </a:tabLst>
            </a:pPr>
            <a:r>
              <a:rPr sz="1350" spc="-75" baseline="3086" dirty="0">
                <a:solidFill>
                  <a:srgbClr val="B3B3B3"/>
                </a:solidFill>
                <a:latin typeface="Arial MT"/>
                <a:cs typeface="Arial MT"/>
              </a:rPr>
              <a:t>1</a:t>
            </a:r>
            <a:r>
              <a:rPr sz="1350" baseline="3086" dirty="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B3B3B3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22796" y="3579615"/>
            <a:ext cx="11747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900" spc="-50" dirty="0">
                <a:solidFill>
                  <a:srgbClr val="B3B3B3"/>
                </a:solidFill>
                <a:latin typeface="Arial MT"/>
                <a:cs typeface="Arial MT"/>
              </a:rPr>
              <a:t>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59518" y="357961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10" dirty="0">
                <a:solidFill>
                  <a:srgbClr val="B3B3B3"/>
                </a:solidFill>
                <a:latin typeface="Arial MT"/>
                <a:cs typeface="Arial MT"/>
              </a:rPr>
              <a:t>…..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34168" y="4356830"/>
            <a:ext cx="333375" cy="333375"/>
            <a:chOff x="4534168" y="4356830"/>
            <a:chExt cx="333375" cy="333375"/>
          </a:xfrm>
        </p:grpSpPr>
        <p:sp>
          <p:nvSpPr>
            <p:cNvPr id="35" name="object 35"/>
            <p:cNvSpPr/>
            <p:nvPr/>
          </p:nvSpPr>
          <p:spPr>
            <a:xfrm>
              <a:off x="4538930" y="436159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5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09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38930" y="436159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80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942922" y="4359592"/>
            <a:ext cx="333375" cy="333375"/>
            <a:chOff x="3942922" y="4359592"/>
            <a:chExt cx="333375" cy="333375"/>
          </a:xfrm>
        </p:grpSpPr>
        <p:sp>
          <p:nvSpPr>
            <p:cNvPr id="38" name="object 38"/>
            <p:cNvSpPr/>
            <p:nvPr/>
          </p:nvSpPr>
          <p:spPr>
            <a:xfrm>
              <a:off x="3947684" y="43643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47685" y="43643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4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929082" y="3296412"/>
            <a:ext cx="333375" cy="333375"/>
            <a:chOff x="5929082" y="3296412"/>
            <a:chExt cx="333375" cy="333375"/>
          </a:xfrm>
        </p:grpSpPr>
        <p:sp>
          <p:nvSpPr>
            <p:cNvPr id="41" name="object 41"/>
            <p:cNvSpPr/>
            <p:nvPr/>
          </p:nvSpPr>
          <p:spPr>
            <a:xfrm>
              <a:off x="5933845" y="330117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09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33845" y="330117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347097" y="4300997"/>
            <a:ext cx="1555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65" dirty="0">
                <a:solidFill>
                  <a:srgbClr val="B3B3B3"/>
                </a:solidFill>
                <a:latin typeface="Arial MT"/>
                <a:cs typeface="Arial MT"/>
              </a:rPr>
              <a:t>-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42964" y="4393782"/>
            <a:ext cx="4489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B3B3B3"/>
                </a:solidFill>
                <a:latin typeface="Arial MT"/>
                <a:cs typeface="Arial MT"/>
              </a:rPr>
              <a:t>Error: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00657" y="1849256"/>
            <a:ext cx="1412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B3B3B3"/>
                </a:solidFill>
                <a:latin typeface="Arial MT"/>
                <a:cs typeface="Arial MT"/>
              </a:rPr>
              <a:t>Output/Prediction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66287" y="3309938"/>
            <a:ext cx="1078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solidFill>
                  <a:srgbClr val="B3B3B3"/>
                </a:solidFill>
                <a:latin typeface="Arial MT"/>
                <a:cs typeface="Arial MT"/>
              </a:rPr>
              <a:t>Target</a:t>
            </a:r>
            <a:r>
              <a:rPr sz="1400" dirty="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B3B3B3"/>
                </a:solidFill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293786" y="249095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0" y="161849"/>
                </a:moveTo>
                <a:lnTo>
                  <a:pt x="5781" y="118823"/>
                </a:lnTo>
                <a:lnTo>
                  <a:pt x="22097" y="80161"/>
                </a:lnTo>
                <a:lnTo>
                  <a:pt x="47404" y="47404"/>
                </a:lnTo>
                <a:lnTo>
                  <a:pt x="80161" y="22097"/>
                </a:lnTo>
                <a:lnTo>
                  <a:pt x="118823" y="5781"/>
                </a:lnTo>
                <a:lnTo>
                  <a:pt x="161849" y="0"/>
                </a:lnTo>
                <a:lnTo>
                  <a:pt x="223787" y="12320"/>
                </a:lnTo>
                <a:lnTo>
                  <a:pt x="276295" y="47404"/>
                </a:lnTo>
                <a:lnTo>
                  <a:pt x="311379" y="99912"/>
                </a:lnTo>
                <a:lnTo>
                  <a:pt x="323699" y="161849"/>
                </a:lnTo>
                <a:lnTo>
                  <a:pt x="317918" y="204876"/>
                </a:lnTo>
                <a:lnTo>
                  <a:pt x="301602" y="243538"/>
                </a:lnTo>
                <a:lnTo>
                  <a:pt x="276295" y="276295"/>
                </a:lnTo>
                <a:lnTo>
                  <a:pt x="243538" y="301602"/>
                </a:lnTo>
                <a:lnTo>
                  <a:pt x="204876" y="317918"/>
                </a:lnTo>
                <a:lnTo>
                  <a:pt x="161849" y="323699"/>
                </a:lnTo>
                <a:lnTo>
                  <a:pt x="118823" y="317918"/>
                </a:lnTo>
                <a:lnTo>
                  <a:pt x="80161" y="301602"/>
                </a:lnTo>
                <a:lnTo>
                  <a:pt x="47404" y="276295"/>
                </a:lnTo>
                <a:lnTo>
                  <a:pt x="22097" y="243538"/>
                </a:lnTo>
                <a:lnTo>
                  <a:pt x="5781" y="204876"/>
                </a:lnTo>
                <a:lnTo>
                  <a:pt x="0" y="16184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3018367" y="3348998"/>
            <a:ext cx="229235" cy="229235"/>
            <a:chOff x="3018367" y="3348998"/>
            <a:chExt cx="229235" cy="229235"/>
          </a:xfrm>
        </p:grpSpPr>
        <p:sp>
          <p:nvSpPr>
            <p:cNvPr id="49" name="object 49"/>
            <p:cNvSpPr/>
            <p:nvPr/>
          </p:nvSpPr>
          <p:spPr>
            <a:xfrm>
              <a:off x="3025645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24717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DC8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24717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396986" y="3348998"/>
            <a:ext cx="229235" cy="229235"/>
            <a:chOff x="3396986" y="3348998"/>
            <a:chExt cx="229235" cy="229235"/>
          </a:xfrm>
        </p:grpSpPr>
        <p:sp>
          <p:nvSpPr>
            <p:cNvPr id="53" name="object 53"/>
            <p:cNvSpPr/>
            <p:nvPr/>
          </p:nvSpPr>
          <p:spPr>
            <a:xfrm>
              <a:off x="3404264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03336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403336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3829184" y="3348998"/>
            <a:ext cx="229235" cy="229235"/>
            <a:chOff x="3829184" y="3348998"/>
            <a:chExt cx="229235" cy="229235"/>
          </a:xfrm>
        </p:grpSpPr>
        <p:sp>
          <p:nvSpPr>
            <p:cNvPr id="57" name="object 57"/>
            <p:cNvSpPr/>
            <p:nvPr/>
          </p:nvSpPr>
          <p:spPr>
            <a:xfrm>
              <a:off x="3836462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5534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35534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4261379" y="3348998"/>
            <a:ext cx="229235" cy="229235"/>
            <a:chOff x="4261379" y="3348998"/>
            <a:chExt cx="229235" cy="229235"/>
          </a:xfrm>
        </p:grpSpPr>
        <p:sp>
          <p:nvSpPr>
            <p:cNvPr id="61" name="object 61"/>
            <p:cNvSpPr/>
            <p:nvPr/>
          </p:nvSpPr>
          <p:spPr>
            <a:xfrm>
              <a:off x="4268658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267729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267729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4693577" y="3348998"/>
            <a:ext cx="229235" cy="229235"/>
            <a:chOff x="4693577" y="3348998"/>
            <a:chExt cx="229235" cy="229235"/>
          </a:xfrm>
        </p:grpSpPr>
        <p:sp>
          <p:nvSpPr>
            <p:cNvPr id="65" name="object 65"/>
            <p:cNvSpPr/>
            <p:nvPr/>
          </p:nvSpPr>
          <p:spPr>
            <a:xfrm>
              <a:off x="4700855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699927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699927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124584" y="3348998"/>
            <a:ext cx="229235" cy="229235"/>
            <a:chOff x="5124584" y="3348998"/>
            <a:chExt cx="229235" cy="229235"/>
          </a:xfrm>
        </p:grpSpPr>
        <p:sp>
          <p:nvSpPr>
            <p:cNvPr id="69" name="object 69"/>
            <p:cNvSpPr/>
            <p:nvPr/>
          </p:nvSpPr>
          <p:spPr>
            <a:xfrm>
              <a:off x="5131862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130934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130934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5556779" y="3348998"/>
            <a:ext cx="229235" cy="229235"/>
            <a:chOff x="5556779" y="3348998"/>
            <a:chExt cx="229235" cy="229235"/>
          </a:xfrm>
        </p:grpSpPr>
        <p:sp>
          <p:nvSpPr>
            <p:cNvPr id="73" name="object 73"/>
            <p:cNvSpPr/>
            <p:nvPr/>
          </p:nvSpPr>
          <p:spPr>
            <a:xfrm>
              <a:off x="5564058" y="33553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563129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63129" y="3356248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4317474" y="1838492"/>
            <a:ext cx="333375" cy="333375"/>
            <a:chOff x="4317474" y="1838492"/>
            <a:chExt cx="333375" cy="333375"/>
          </a:xfrm>
        </p:grpSpPr>
        <p:sp>
          <p:nvSpPr>
            <p:cNvPr id="77" name="object 77"/>
            <p:cNvSpPr/>
            <p:nvPr/>
          </p:nvSpPr>
          <p:spPr>
            <a:xfrm>
              <a:off x="4322236" y="18432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22236" y="18432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5016166" y="4370356"/>
            <a:ext cx="3073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B3B3B3"/>
                </a:solidFill>
                <a:latin typeface="Arial"/>
                <a:cs typeface="Arial"/>
              </a:rPr>
              <a:t>=</a:t>
            </a:r>
            <a:r>
              <a:rPr sz="1400" b="1" spc="-4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400" b="1" spc="-150" dirty="0">
                <a:solidFill>
                  <a:srgbClr val="B3B3B3"/>
                </a:solidFill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8772" rIns="0" bIns="0" rtlCol="0">
            <a:spAutoFit/>
          </a:bodyPr>
          <a:lstStyle/>
          <a:p>
            <a:pPr marL="299085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3148420" y="4819970"/>
            <a:ext cx="26701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(Image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Credit: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NVIDIA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Deep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Learning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Institute)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842" y="249095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0" y="161849"/>
                </a:moveTo>
                <a:lnTo>
                  <a:pt x="5781" y="118823"/>
                </a:lnTo>
                <a:lnTo>
                  <a:pt x="22097" y="80161"/>
                </a:lnTo>
                <a:lnTo>
                  <a:pt x="47404" y="47404"/>
                </a:lnTo>
                <a:lnTo>
                  <a:pt x="80161" y="22097"/>
                </a:lnTo>
                <a:lnTo>
                  <a:pt x="118823" y="5781"/>
                </a:lnTo>
                <a:lnTo>
                  <a:pt x="161849" y="0"/>
                </a:lnTo>
                <a:lnTo>
                  <a:pt x="223787" y="12320"/>
                </a:lnTo>
                <a:lnTo>
                  <a:pt x="276295" y="47404"/>
                </a:lnTo>
                <a:lnTo>
                  <a:pt x="311379" y="99912"/>
                </a:lnTo>
                <a:lnTo>
                  <a:pt x="323699" y="161849"/>
                </a:lnTo>
                <a:lnTo>
                  <a:pt x="317918" y="204876"/>
                </a:lnTo>
                <a:lnTo>
                  <a:pt x="301602" y="243538"/>
                </a:lnTo>
                <a:lnTo>
                  <a:pt x="276295" y="276295"/>
                </a:lnTo>
                <a:lnTo>
                  <a:pt x="243538" y="301602"/>
                </a:lnTo>
                <a:lnTo>
                  <a:pt x="204876" y="317918"/>
                </a:lnTo>
                <a:lnTo>
                  <a:pt x="161849" y="323699"/>
                </a:lnTo>
                <a:lnTo>
                  <a:pt x="118823" y="317918"/>
                </a:lnTo>
                <a:lnTo>
                  <a:pt x="80161" y="301602"/>
                </a:lnTo>
                <a:lnTo>
                  <a:pt x="47404" y="276295"/>
                </a:lnTo>
                <a:lnTo>
                  <a:pt x="22097" y="243538"/>
                </a:lnTo>
                <a:lnTo>
                  <a:pt x="5781" y="204876"/>
                </a:lnTo>
                <a:lnTo>
                  <a:pt x="0" y="1618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90040" y="249095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0" y="161849"/>
                </a:moveTo>
                <a:lnTo>
                  <a:pt x="5781" y="118823"/>
                </a:lnTo>
                <a:lnTo>
                  <a:pt x="22097" y="80161"/>
                </a:lnTo>
                <a:lnTo>
                  <a:pt x="47404" y="47404"/>
                </a:lnTo>
                <a:lnTo>
                  <a:pt x="80161" y="22097"/>
                </a:lnTo>
                <a:lnTo>
                  <a:pt x="118823" y="5781"/>
                </a:lnTo>
                <a:lnTo>
                  <a:pt x="161849" y="0"/>
                </a:lnTo>
                <a:lnTo>
                  <a:pt x="223787" y="12320"/>
                </a:lnTo>
                <a:lnTo>
                  <a:pt x="276294" y="47404"/>
                </a:lnTo>
                <a:lnTo>
                  <a:pt x="311379" y="99912"/>
                </a:lnTo>
                <a:lnTo>
                  <a:pt x="323699" y="161849"/>
                </a:lnTo>
                <a:lnTo>
                  <a:pt x="317918" y="204876"/>
                </a:lnTo>
                <a:lnTo>
                  <a:pt x="301602" y="243538"/>
                </a:lnTo>
                <a:lnTo>
                  <a:pt x="276295" y="276295"/>
                </a:lnTo>
                <a:lnTo>
                  <a:pt x="243538" y="301602"/>
                </a:lnTo>
                <a:lnTo>
                  <a:pt x="204876" y="317918"/>
                </a:lnTo>
                <a:lnTo>
                  <a:pt x="161849" y="323699"/>
                </a:lnTo>
                <a:lnTo>
                  <a:pt x="118823" y="317918"/>
                </a:lnTo>
                <a:lnTo>
                  <a:pt x="80161" y="301602"/>
                </a:lnTo>
                <a:lnTo>
                  <a:pt x="47404" y="276295"/>
                </a:lnTo>
                <a:lnTo>
                  <a:pt x="22097" y="243538"/>
                </a:lnTo>
                <a:lnTo>
                  <a:pt x="5781" y="204876"/>
                </a:lnTo>
                <a:lnTo>
                  <a:pt x="0" y="1618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22236" y="249095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0" y="161849"/>
                </a:moveTo>
                <a:lnTo>
                  <a:pt x="5781" y="118823"/>
                </a:lnTo>
                <a:lnTo>
                  <a:pt x="22097" y="80161"/>
                </a:lnTo>
                <a:lnTo>
                  <a:pt x="47404" y="47404"/>
                </a:lnTo>
                <a:lnTo>
                  <a:pt x="80161" y="22097"/>
                </a:lnTo>
                <a:lnTo>
                  <a:pt x="118823" y="5781"/>
                </a:lnTo>
                <a:lnTo>
                  <a:pt x="161849" y="0"/>
                </a:lnTo>
                <a:lnTo>
                  <a:pt x="223787" y="12320"/>
                </a:lnTo>
                <a:lnTo>
                  <a:pt x="276295" y="47404"/>
                </a:lnTo>
                <a:lnTo>
                  <a:pt x="311379" y="99912"/>
                </a:lnTo>
                <a:lnTo>
                  <a:pt x="323699" y="161849"/>
                </a:lnTo>
                <a:lnTo>
                  <a:pt x="317918" y="204876"/>
                </a:lnTo>
                <a:lnTo>
                  <a:pt x="301602" y="243538"/>
                </a:lnTo>
                <a:lnTo>
                  <a:pt x="276295" y="276295"/>
                </a:lnTo>
                <a:lnTo>
                  <a:pt x="243538" y="301602"/>
                </a:lnTo>
                <a:lnTo>
                  <a:pt x="204876" y="317918"/>
                </a:lnTo>
                <a:lnTo>
                  <a:pt x="161849" y="323699"/>
                </a:lnTo>
                <a:lnTo>
                  <a:pt x="118823" y="317918"/>
                </a:lnTo>
                <a:lnTo>
                  <a:pt x="80161" y="301602"/>
                </a:lnTo>
                <a:lnTo>
                  <a:pt x="47404" y="276295"/>
                </a:lnTo>
                <a:lnTo>
                  <a:pt x="22097" y="243538"/>
                </a:lnTo>
                <a:lnTo>
                  <a:pt x="5781" y="204876"/>
                </a:lnTo>
                <a:lnTo>
                  <a:pt x="0" y="1618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08011" y="249095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0" y="161849"/>
                </a:moveTo>
                <a:lnTo>
                  <a:pt x="5781" y="118823"/>
                </a:lnTo>
                <a:lnTo>
                  <a:pt x="22097" y="80161"/>
                </a:lnTo>
                <a:lnTo>
                  <a:pt x="47404" y="47404"/>
                </a:lnTo>
                <a:lnTo>
                  <a:pt x="80161" y="22097"/>
                </a:lnTo>
                <a:lnTo>
                  <a:pt x="118823" y="5781"/>
                </a:lnTo>
                <a:lnTo>
                  <a:pt x="161849" y="0"/>
                </a:lnTo>
                <a:lnTo>
                  <a:pt x="223787" y="12320"/>
                </a:lnTo>
                <a:lnTo>
                  <a:pt x="276295" y="47404"/>
                </a:lnTo>
                <a:lnTo>
                  <a:pt x="311379" y="99912"/>
                </a:lnTo>
                <a:lnTo>
                  <a:pt x="323699" y="161849"/>
                </a:lnTo>
                <a:lnTo>
                  <a:pt x="317918" y="204876"/>
                </a:lnTo>
                <a:lnTo>
                  <a:pt x="301602" y="243538"/>
                </a:lnTo>
                <a:lnTo>
                  <a:pt x="276295" y="276295"/>
                </a:lnTo>
                <a:lnTo>
                  <a:pt x="243538" y="301602"/>
                </a:lnTo>
                <a:lnTo>
                  <a:pt x="204876" y="317918"/>
                </a:lnTo>
                <a:lnTo>
                  <a:pt x="161849" y="323699"/>
                </a:lnTo>
                <a:lnTo>
                  <a:pt x="118823" y="317918"/>
                </a:lnTo>
                <a:lnTo>
                  <a:pt x="80161" y="301602"/>
                </a:lnTo>
                <a:lnTo>
                  <a:pt x="47404" y="276295"/>
                </a:lnTo>
                <a:lnTo>
                  <a:pt x="22097" y="243538"/>
                </a:lnTo>
                <a:lnTo>
                  <a:pt x="5781" y="204876"/>
                </a:lnTo>
                <a:lnTo>
                  <a:pt x="0" y="1618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93786" y="249095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0" y="161849"/>
                </a:moveTo>
                <a:lnTo>
                  <a:pt x="5781" y="118823"/>
                </a:lnTo>
                <a:lnTo>
                  <a:pt x="22097" y="80161"/>
                </a:lnTo>
                <a:lnTo>
                  <a:pt x="47404" y="47404"/>
                </a:lnTo>
                <a:lnTo>
                  <a:pt x="80161" y="22097"/>
                </a:lnTo>
                <a:lnTo>
                  <a:pt x="118823" y="5781"/>
                </a:lnTo>
                <a:lnTo>
                  <a:pt x="161849" y="0"/>
                </a:lnTo>
                <a:lnTo>
                  <a:pt x="223787" y="12320"/>
                </a:lnTo>
                <a:lnTo>
                  <a:pt x="276295" y="47404"/>
                </a:lnTo>
                <a:lnTo>
                  <a:pt x="311379" y="99912"/>
                </a:lnTo>
                <a:lnTo>
                  <a:pt x="323699" y="161849"/>
                </a:lnTo>
                <a:lnTo>
                  <a:pt x="317918" y="204876"/>
                </a:lnTo>
                <a:lnTo>
                  <a:pt x="301602" y="243538"/>
                </a:lnTo>
                <a:lnTo>
                  <a:pt x="276295" y="276295"/>
                </a:lnTo>
                <a:lnTo>
                  <a:pt x="243538" y="301602"/>
                </a:lnTo>
                <a:lnTo>
                  <a:pt x="204876" y="317918"/>
                </a:lnTo>
                <a:lnTo>
                  <a:pt x="161849" y="323699"/>
                </a:lnTo>
                <a:lnTo>
                  <a:pt x="118823" y="317918"/>
                </a:lnTo>
                <a:lnTo>
                  <a:pt x="80161" y="301602"/>
                </a:lnTo>
                <a:lnTo>
                  <a:pt x="47404" y="276295"/>
                </a:lnTo>
                <a:lnTo>
                  <a:pt x="22097" y="243538"/>
                </a:lnTo>
                <a:lnTo>
                  <a:pt x="5781" y="204876"/>
                </a:lnTo>
                <a:lnTo>
                  <a:pt x="0" y="1618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317474" y="1838492"/>
            <a:ext cx="333375" cy="333375"/>
            <a:chOff x="4317474" y="1838492"/>
            <a:chExt cx="333375" cy="333375"/>
          </a:xfrm>
        </p:grpSpPr>
        <p:sp>
          <p:nvSpPr>
            <p:cNvPr id="8" name="object 8"/>
            <p:cNvSpPr/>
            <p:nvPr/>
          </p:nvSpPr>
          <p:spPr>
            <a:xfrm>
              <a:off x="4322236" y="18432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3372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22236" y="18432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025645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04265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36461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68658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00855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31861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64058" y="3355348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215399" y="0"/>
                </a:lnTo>
                <a:lnTo>
                  <a:pt x="215399" y="215399"/>
                </a:lnTo>
                <a:lnTo>
                  <a:pt x="0" y="215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110180" y="2790945"/>
            <a:ext cx="2573655" cy="587375"/>
            <a:chOff x="3110180" y="2790945"/>
            <a:chExt cx="2573655" cy="587375"/>
          </a:xfrm>
        </p:grpSpPr>
        <p:sp>
          <p:nvSpPr>
            <p:cNvPr id="18" name="object 18"/>
            <p:cNvSpPr/>
            <p:nvPr/>
          </p:nvSpPr>
          <p:spPr>
            <a:xfrm>
              <a:off x="3133993" y="2814758"/>
              <a:ext cx="485775" cy="539750"/>
            </a:xfrm>
            <a:custGeom>
              <a:avLst/>
              <a:gdLst/>
              <a:ahLst/>
              <a:cxnLst/>
              <a:rect l="l" t="t" r="r" b="b"/>
              <a:pathLst>
                <a:path w="485775" h="539750">
                  <a:moveTo>
                    <a:pt x="0" y="539399"/>
                  </a:moveTo>
                  <a:lnTo>
                    <a:pt x="4856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33993" y="2814758"/>
              <a:ext cx="918210" cy="539750"/>
            </a:xfrm>
            <a:custGeom>
              <a:avLst/>
              <a:gdLst/>
              <a:ahLst/>
              <a:cxnLst/>
              <a:rect l="l" t="t" r="r" b="b"/>
              <a:pathLst>
                <a:path w="918210" h="539750">
                  <a:moveTo>
                    <a:pt x="0" y="539399"/>
                  </a:moveTo>
                  <a:lnTo>
                    <a:pt x="917999" y="0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33993" y="2814758"/>
              <a:ext cx="2322195" cy="539750"/>
            </a:xfrm>
            <a:custGeom>
              <a:avLst/>
              <a:gdLst/>
              <a:ahLst/>
              <a:cxnLst/>
              <a:rect l="l" t="t" r="r" b="b"/>
              <a:pathLst>
                <a:path w="2322195" h="539750">
                  <a:moveTo>
                    <a:pt x="0" y="539399"/>
                  </a:moveTo>
                  <a:lnTo>
                    <a:pt x="1350299" y="0"/>
                  </a:lnTo>
                </a:path>
                <a:path w="2322195" h="539750">
                  <a:moveTo>
                    <a:pt x="53577" y="539399"/>
                  </a:moveTo>
                  <a:lnTo>
                    <a:pt x="1835877" y="0"/>
                  </a:lnTo>
                </a:path>
                <a:path w="2322195" h="539750">
                  <a:moveTo>
                    <a:pt x="53577" y="539399"/>
                  </a:moveTo>
                  <a:lnTo>
                    <a:pt x="2321877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19805" y="2814758"/>
              <a:ext cx="2052955" cy="539750"/>
            </a:xfrm>
            <a:custGeom>
              <a:avLst/>
              <a:gdLst/>
              <a:ahLst/>
              <a:cxnLst/>
              <a:rect l="l" t="t" r="r" b="b"/>
              <a:pathLst>
                <a:path w="2052954" h="539750">
                  <a:moveTo>
                    <a:pt x="2052599" y="539399"/>
                  </a:moveTo>
                  <a:lnTo>
                    <a:pt x="0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52105" y="2814758"/>
              <a:ext cx="1620520" cy="539750"/>
            </a:xfrm>
            <a:custGeom>
              <a:avLst/>
              <a:gdLst/>
              <a:ahLst/>
              <a:cxnLst/>
              <a:rect l="l" t="t" r="r" b="b"/>
              <a:pathLst>
                <a:path w="1620520" h="539750">
                  <a:moveTo>
                    <a:pt x="1620299" y="539399"/>
                  </a:moveTo>
                  <a:lnTo>
                    <a:pt x="0" y="0"/>
                  </a:lnTo>
                </a:path>
              </a:pathLst>
            </a:custGeom>
            <a:ln w="1587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84105" y="2814758"/>
              <a:ext cx="1188720" cy="539750"/>
            </a:xfrm>
            <a:custGeom>
              <a:avLst/>
              <a:gdLst/>
              <a:ahLst/>
              <a:cxnLst/>
              <a:rect l="l" t="t" r="r" b="b"/>
              <a:pathLst>
                <a:path w="1188720" h="539750">
                  <a:moveTo>
                    <a:pt x="1188299" y="53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70105" y="2814758"/>
              <a:ext cx="702310" cy="539750"/>
            </a:xfrm>
            <a:custGeom>
              <a:avLst/>
              <a:gdLst/>
              <a:ahLst/>
              <a:cxnLst/>
              <a:rect l="l" t="t" r="r" b="b"/>
              <a:pathLst>
                <a:path w="702310" h="539750">
                  <a:moveTo>
                    <a:pt x="702299" y="53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55805" y="2814758"/>
              <a:ext cx="217170" cy="539750"/>
            </a:xfrm>
            <a:custGeom>
              <a:avLst/>
              <a:gdLst/>
              <a:ahLst/>
              <a:cxnLst/>
              <a:rect l="l" t="t" r="r" b="b"/>
              <a:pathLst>
                <a:path w="217170" h="539750">
                  <a:moveTo>
                    <a:pt x="216599" y="539399"/>
                  </a:moveTo>
                  <a:lnTo>
                    <a:pt x="0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463666" y="1475017"/>
            <a:ext cx="41275" cy="368300"/>
            <a:chOff x="4463666" y="1475017"/>
            <a:chExt cx="41275" cy="368300"/>
          </a:xfrm>
        </p:grpSpPr>
        <p:sp>
          <p:nvSpPr>
            <p:cNvPr id="27" name="object 27"/>
            <p:cNvSpPr/>
            <p:nvPr/>
          </p:nvSpPr>
          <p:spPr>
            <a:xfrm>
              <a:off x="4484161" y="1523005"/>
              <a:ext cx="0" cy="320675"/>
            </a:xfrm>
            <a:custGeom>
              <a:avLst/>
              <a:gdLst/>
              <a:ahLst/>
              <a:cxnLst/>
              <a:rect l="l" t="t" r="r" b="b"/>
              <a:pathLst>
                <a:path h="320675">
                  <a:moveTo>
                    <a:pt x="0" y="320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68429" y="147977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68429" y="147977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3607067" y="2154554"/>
            <a:ext cx="1907539" cy="349250"/>
            <a:chOff x="3607067" y="2154554"/>
            <a:chExt cx="1907539" cy="349250"/>
          </a:xfrm>
        </p:grpSpPr>
        <p:sp>
          <p:nvSpPr>
            <p:cNvPr id="31" name="object 31"/>
            <p:cNvSpPr/>
            <p:nvPr/>
          </p:nvSpPr>
          <p:spPr>
            <a:xfrm>
              <a:off x="3619767" y="2167254"/>
              <a:ext cx="864869" cy="323850"/>
            </a:xfrm>
            <a:custGeom>
              <a:avLst/>
              <a:gdLst/>
              <a:ahLst/>
              <a:cxnLst/>
              <a:rect l="l" t="t" r="r" b="b"/>
              <a:pathLst>
                <a:path w="864870" h="323850">
                  <a:moveTo>
                    <a:pt x="0" y="323699"/>
                  </a:moveTo>
                  <a:lnTo>
                    <a:pt x="864599" y="0"/>
                  </a:lnTo>
                </a:path>
              </a:pathLst>
            </a:custGeom>
            <a:ln w="25399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84161" y="2167104"/>
              <a:ext cx="1025525" cy="323850"/>
            </a:xfrm>
            <a:custGeom>
              <a:avLst/>
              <a:gdLst/>
              <a:ahLst/>
              <a:cxnLst/>
              <a:rect l="l" t="t" r="r" b="b"/>
              <a:pathLst>
                <a:path w="1025525" h="323850">
                  <a:moveTo>
                    <a:pt x="0" y="0"/>
                  </a:moveTo>
                  <a:lnTo>
                    <a:pt x="1025099" y="3236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51964" y="2167254"/>
              <a:ext cx="432434" cy="323850"/>
            </a:xfrm>
            <a:custGeom>
              <a:avLst/>
              <a:gdLst/>
              <a:ahLst/>
              <a:cxnLst/>
              <a:rect l="l" t="t" r="r" b="b"/>
              <a:pathLst>
                <a:path w="432435" h="323850">
                  <a:moveTo>
                    <a:pt x="0" y="323699"/>
                  </a:moveTo>
                  <a:lnTo>
                    <a:pt x="432299" y="0"/>
                  </a:lnTo>
                </a:path>
              </a:pathLst>
            </a:custGeom>
            <a:ln w="222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84161" y="2167104"/>
              <a:ext cx="0" cy="323850"/>
            </a:xfrm>
            <a:custGeom>
              <a:avLst/>
              <a:gdLst/>
              <a:ahLst/>
              <a:cxnLst/>
              <a:rect l="l" t="t" r="r" b="b"/>
              <a:pathLst>
                <a:path h="323850">
                  <a:moveTo>
                    <a:pt x="0" y="0"/>
                  </a:moveTo>
                  <a:lnTo>
                    <a:pt x="0" y="3236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84161" y="2167104"/>
              <a:ext cx="485775" cy="323850"/>
            </a:xfrm>
            <a:custGeom>
              <a:avLst/>
              <a:gdLst/>
              <a:ahLst/>
              <a:cxnLst/>
              <a:rect l="l" t="t" r="r" b="b"/>
              <a:pathLst>
                <a:path w="485775" h="323850">
                  <a:moveTo>
                    <a:pt x="0" y="0"/>
                  </a:moveTo>
                  <a:lnTo>
                    <a:pt x="485699" y="323699"/>
                  </a:lnTo>
                </a:path>
              </a:pathLst>
            </a:custGeom>
            <a:ln w="222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500308" y="2803645"/>
            <a:ext cx="1474470" cy="561975"/>
            <a:chOff x="3500308" y="2803645"/>
            <a:chExt cx="1474470" cy="561975"/>
          </a:xfrm>
        </p:grpSpPr>
        <p:sp>
          <p:nvSpPr>
            <p:cNvPr id="37" name="object 37"/>
            <p:cNvSpPr/>
            <p:nvPr/>
          </p:nvSpPr>
          <p:spPr>
            <a:xfrm>
              <a:off x="3511420" y="2814758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539399"/>
                  </a:moveTo>
                  <a:lnTo>
                    <a:pt x="108599" y="0"/>
                  </a:lnTo>
                </a:path>
                <a:path w="541020" h="539750">
                  <a:moveTo>
                    <a:pt x="0" y="539399"/>
                  </a:moveTo>
                  <a:lnTo>
                    <a:pt x="540599" y="0"/>
                  </a:lnTo>
                </a:path>
              </a:pathLst>
            </a:custGeom>
            <a:ln w="22224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11420" y="2814758"/>
              <a:ext cx="972819" cy="539750"/>
            </a:xfrm>
            <a:custGeom>
              <a:avLst/>
              <a:gdLst/>
              <a:ahLst/>
              <a:cxnLst/>
              <a:rect l="l" t="t" r="r" b="b"/>
              <a:pathLst>
                <a:path w="972820" h="539750">
                  <a:moveTo>
                    <a:pt x="0" y="539399"/>
                  </a:moveTo>
                  <a:lnTo>
                    <a:pt x="972599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11420" y="2814758"/>
              <a:ext cx="1458595" cy="539750"/>
            </a:xfrm>
            <a:custGeom>
              <a:avLst/>
              <a:gdLst/>
              <a:ahLst/>
              <a:cxnLst/>
              <a:rect l="l" t="t" r="r" b="b"/>
              <a:pathLst>
                <a:path w="1458595" h="539750">
                  <a:moveTo>
                    <a:pt x="0" y="539399"/>
                  </a:moveTo>
                  <a:lnTo>
                    <a:pt x="14582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026043" y="3579615"/>
            <a:ext cx="495300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</a:tabLst>
            </a:pPr>
            <a:r>
              <a:rPr sz="2100" spc="-75" baseline="1984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r>
              <a:rPr sz="2100" baseline="1984" dirty="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sz="1400" spc="-50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  <a:tabLst>
                <a:tab pos="389890" algn="l"/>
              </a:tabLst>
            </a:pPr>
            <a:r>
              <a:rPr sz="1350" spc="-75" baseline="3086" dirty="0">
                <a:solidFill>
                  <a:srgbClr val="B3B3B3"/>
                </a:solidFill>
                <a:latin typeface="Arial MT"/>
                <a:cs typeface="Arial MT"/>
              </a:rPr>
              <a:t>1</a:t>
            </a:r>
            <a:r>
              <a:rPr sz="1350" baseline="3086" dirty="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B3B3B3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22796" y="3579615"/>
            <a:ext cx="11747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B3B3B3"/>
                </a:solidFill>
                <a:latin typeface="Arial MT"/>
                <a:cs typeface="Arial MT"/>
              </a:rPr>
              <a:t>x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900" spc="-50" dirty="0">
                <a:solidFill>
                  <a:srgbClr val="B3B3B3"/>
                </a:solidFill>
                <a:latin typeface="Arial MT"/>
                <a:cs typeface="Arial MT"/>
              </a:rPr>
              <a:t>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59518" y="357961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10" dirty="0">
                <a:solidFill>
                  <a:srgbClr val="B3B3B3"/>
                </a:solidFill>
                <a:latin typeface="Arial MT"/>
                <a:cs typeface="Arial MT"/>
              </a:rPr>
              <a:t>…..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534168" y="4356830"/>
            <a:ext cx="333375" cy="333375"/>
            <a:chOff x="4534168" y="4356830"/>
            <a:chExt cx="333375" cy="333375"/>
          </a:xfrm>
        </p:grpSpPr>
        <p:sp>
          <p:nvSpPr>
            <p:cNvPr id="44" name="object 44"/>
            <p:cNvSpPr/>
            <p:nvPr/>
          </p:nvSpPr>
          <p:spPr>
            <a:xfrm>
              <a:off x="4538930" y="436159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5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09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38930" y="436159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80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3942922" y="4359592"/>
            <a:ext cx="333375" cy="333375"/>
            <a:chOff x="3942922" y="4359592"/>
            <a:chExt cx="333375" cy="333375"/>
          </a:xfrm>
        </p:grpSpPr>
        <p:sp>
          <p:nvSpPr>
            <p:cNvPr id="47" name="object 47"/>
            <p:cNvSpPr/>
            <p:nvPr/>
          </p:nvSpPr>
          <p:spPr>
            <a:xfrm>
              <a:off x="3947684" y="43643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3372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947685" y="436435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4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5929082" y="3296412"/>
            <a:ext cx="333375" cy="333375"/>
            <a:chOff x="5929082" y="3296412"/>
            <a:chExt cx="333375" cy="333375"/>
          </a:xfrm>
        </p:grpSpPr>
        <p:sp>
          <p:nvSpPr>
            <p:cNvPr id="50" name="object 50"/>
            <p:cNvSpPr/>
            <p:nvPr/>
          </p:nvSpPr>
          <p:spPr>
            <a:xfrm>
              <a:off x="5933845" y="330117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849" y="323699"/>
                  </a:move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193572" y="3138"/>
                  </a:lnTo>
                  <a:lnTo>
                    <a:pt x="251644" y="27192"/>
                  </a:lnTo>
                  <a:lnTo>
                    <a:pt x="296507" y="72055"/>
                  </a:lnTo>
                  <a:lnTo>
                    <a:pt x="320561" y="130127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close/>
                </a:path>
              </a:pathLst>
            </a:custGeom>
            <a:solidFill>
              <a:srgbClr val="09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33845" y="3301174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161849"/>
                  </a:moveTo>
                  <a:lnTo>
                    <a:pt x="5781" y="118823"/>
                  </a:lnTo>
                  <a:lnTo>
                    <a:pt x="22097" y="80161"/>
                  </a:lnTo>
                  <a:lnTo>
                    <a:pt x="47404" y="47404"/>
                  </a:lnTo>
                  <a:lnTo>
                    <a:pt x="80161" y="22097"/>
                  </a:lnTo>
                  <a:lnTo>
                    <a:pt x="118823" y="5781"/>
                  </a:lnTo>
                  <a:lnTo>
                    <a:pt x="161849" y="0"/>
                  </a:lnTo>
                  <a:lnTo>
                    <a:pt x="223787" y="12320"/>
                  </a:lnTo>
                  <a:lnTo>
                    <a:pt x="276295" y="47404"/>
                  </a:lnTo>
                  <a:lnTo>
                    <a:pt x="311379" y="99912"/>
                  </a:lnTo>
                  <a:lnTo>
                    <a:pt x="323699" y="161849"/>
                  </a:lnTo>
                  <a:lnTo>
                    <a:pt x="317918" y="204876"/>
                  </a:lnTo>
                  <a:lnTo>
                    <a:pt x="301602" y="243538"/>
                  </a:lnTo>
                  <a:lnTo>
                    <a:pt x="276295" y="276295"/>
                  </a:lnTo>
                  <a:lnTo>
                    <a:pt x="243538" y="301602"/>
                  </a:lnTo>
                  <a:lnTo>
                    <a:pt x="204876" y="317918"/>
                  </a:lnTo>
                  <a:lnTo>
                    <a:pt x="161849" y="323699"/>
                  </a:lnTo>
                  <a:lnTo>
                    <a:pt x="118823" y="317918"/>
                  </a:lnTo>
                  <a:lnTo>
                    <a:pt x="80161" y="301602"/>
                  </a:lnTo>
                  <a:lnTo>
                    <a:pt x="47404" y="276295"/>
                  </a:lnTo>
                  <a:lnTo>
                    <a:pt x="22097" y="243538"/>
                  </a:lnTo>
                  <a:lnTo>
                    <a:pt x="5781" y="204876"/>
                  </a:lnTo>
                  <a:lnTo>
                    <a:pt x="0" y="16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347097" y="4300997"/>
            <a:ext cx="1555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65" dirty="0">
                <a:solidFill>
                  <a:srgbClr val="B3B3B3"/>
                </a:solidFill>
                <a:latin typeface="Arial MT"/>
                <a:cs typeface="Arial MT"/>
              </a:rPr>
              <a:t>-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442964" y="4393782"/>
            <a:ext cx="4489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B3B3B3"/>
                </a:solidFill>
                <a:latin typeface="Arial MT"/>
                <a:cs typeface="Arial MT"/>
              </a:rPr>
              <a:t>Error: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00657" y="1849256"/>
            <a:ext cx="1412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B3B3B3"/>
                </a:solidFill>
                <a:latin typeface="Arial MT"/>
                <a:cs typeface="Arial MT"/>
              </a:rPr>
              <a:t>Output/Prediction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66287" y="3309938"/>
            <a:ext cx="1078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solidFill>
                  <a:srgbClr val="B3B3B3"/>
                </a:solidFill>
                <a:latin typeface="Arial MT"/>
                <a:cs typeface="Arial MT"/>
              </a:rPr>
              <a:t>Target</a:t>
            </a:r>
            <a:r>
              <a:rPr sz="1400" dirty="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B3B3B3"/>
                </a:solidFill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019293" y="3350782"/>
            <a:ext cx="228600" cy="228600"/>
            <a:chOff x="3019293" y="3350782"/>
            <a:chExt cx="228600" cy="228600"/>
          </a:xfrm>
        </p:grpSpPr>
        <p:sp>
          <p:nvSpPr>
            <p:cNvPr id="57" name="object 57"/>
            <p:cNvSpPr/>
            <p:nvPr/>
          </p:nvSpPr>
          <p:spPr>
            <a:xfrm>
              <a:off x="3025643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DC8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25643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3397911" y="3350782"/>
            <a:ext cx="228600" cy="228600"/>
            <a:chOff x="3397911" y="3350782"/>
            <a:chExt cx="228600" cy="228600"/>
          </a:xfrm>
        </p:grpSpPr>
        <p:sp>
          <p:nvSpPr>
            <p:cNvPr id="60" name="object 60"/>
            <p:cNvSpPr/>
            <p:nvPr/>
          </p:nvSpPr>
          <p:spPr>
            <a:xfrm>
              <a:off x="3404261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404261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3830108" y="3350782"/>
            <a:ext cx="228600" cy="228600"/>
            <a:chOff x="3830108" y="3350782"/>
            <a:chExt cx="228600" cy="228600"/>
          </a:xfrm>
        </p:grpSpPr>
        <p:sp>
          <p:nvSpPr>
            <p:cNvPr id="63" name="object 63"/>
            <p:cNvSpPr/>
            <p:nvPr/>
          </p:nvSpPr>
          <p:spPr>
            <a:xfrm>
              <a:off x="3836458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836458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4262305" y="3350782"/>
            <a:ext cx="228600" cy="228600"/>
            <a:chOff x="4262305" y="3350782"/>
            <a:chExt cx="228600" cy="228600"/>
          </a:xfrm>
        </p:grpSpPr>
        <p:sp>
          <p:nvSpPr>
            <p:cNvPr id="66" name="object 66"/>
            <p:cNvSpPr/>
            <p:nvPr/>
          </p:nvSpPr>
          <p:spPr>
            <a:xfrm>
              <a:off x="4268655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268655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4694502" y="3350782"/>
            <a:ext cx="228600" cy="228600"/>
            <a:chOff x="4694502" y="3350782"/>
            <a:chExt cx="228600" cy="228600"/>
          </a:xfrm>
        </p:grpSpPr>
        <p:sp>
          <p:nvSpPr>
            <p:cNvPr id="69" name="object 69"/>
            <p:cNvSpPr/>
            <p:nvPr/>
          </p:nvSpPr>
          <p:spPr>
            <a:xfrm>
              <a:off x="4700852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00852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5125508" y="3350782"/>
            <a:ext cx="228600" cy="228600"/>
            <a:chOff x="5125508" y="3350782"/>
            <a:chExt cx="228600" cy="228600"/>
          </a:xfrm>
        </p:grpSpPr>
        <p:sp>
          <p:nvSpPr>
            <p:cNvPr id="72" name="object 72"/>
            <p:cNvSpPr/>
            <p:nvPr/>
          </p:nvSpPr>
          <p:spPr>
            <a:xfrm>
              <a:off x="5131858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131858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5557704" y="3350782"/>
            <a:ext cx="228600" cy="228600"/>
            <a:chOff x="5557704" y="3350782"/>
            <a:chExt cx="228600" cy="228600"/>
          </a:xfrm>
        </p:grpSpPr>
        <p:sp>
          <p:nvSpPr>
            <p:cNvPr id="75" name="object 75"/>
            <p:cNvSpPr/>
            <p:nvPr/>
          </p:nvSpPr>
          <p:spPr>
            <a:xfrm>
              <a:off x="5564054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215399" y="215399"/>
                  </a:moveTo>
                  <a:lnTo>
                    <a:pt x="0" y="215399"/>
                  </a:lnTo>
                  <a:lnTo>
                    <a:pt x="0" y="0"/>
                  </a:lnTo>
                  <a:lnTo>
                    <a:pt x="215399" y="0"/>
                  </a:lnTo>
                  <a:lnTo>
                    <a:pt x="215399" y="215399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564054" y="335713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399" y="0"/>
                  </a:lnTo>
                  <a:lnTo>
                    <a:pt x="215399" y="215399"/>
                  </a:lnTo>
                  <a:lnTo>
                    <a:pt x="0" y="2153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5023911" y="4370356"/>
            <a:ext cx="383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B3B3B3"/>
                </a:solidFill>
                <a:latin typeface="Arial"/>
                <a:cs typeface="Arial"/>
              </a:rPr>
              <a:t>=</a:t>
            </a:r>
            <a:r>
              <a:rPr sz="1400" b="1" spc="-4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B3B3B3"/>
                </a:solidFill>
                <a:latin typeface="Arial"/>
                <a:cs typeface="Arial"/>
              </a:rPr>
              <a:t>2.5</a:t>
            </a:r>
            <a:endParaRPr sz="1400">
              <a:latin typeface="Arial"/>
              <a:cs typeface="Arial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8772" rIns="0" bIns="0" rtlCol="0">
            <a:spAutoFit/>
          </a:bodyPr>
          <a:lstStyle/>
          <a:p>
            <a:pPr marL="299085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3148420" y="4810495"/>
            <a:ext cx="26701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(Image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Credit: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NVIDIA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Deep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Learning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Institute)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094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80" dirty="0"/>
              <a:t> </a:t>
            </a:r>
            <a:r>
              <a:rPr dirty="0"/>
              <a:t>Deep</a:t>
            </a:r>
            <a:r>
              <a:rPr spc="-75" dirty="0"/>
              <a:t> </a:t>
            </a:r>
            <a:r>
              <a:rPr dirty="0"/>
              <a:t>Learning</a:t>
            </a:r>
            <a:r>
              <a:rPr spc="-75" dirty="0"/>
              <a:t> </a:t>
            </a:r>
            <a:r>
              <a:rPr dirty="0"/>
              <a:t>with</a:t>
            </a:r>
            <a:r>
              <a:rPr spc="-80" dirty="0"/>
              <a:t> </a:t>
            </a:r>
            <a:r>
              <a:rPr dirty="0"/>
              <a:t>Neural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23383" y="3476686"/>
            <a:ext cx="861694" cy="843915"/>
            <a:chOff x="3923383" y="3476686"/>
            <a:chExt cx="861694" cy="843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3383" y="3476686"/>
              <a:ext cx="861525" cy="843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85296" y="351954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5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2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50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85296" y="351954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2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50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36996" y="3769163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b="1" spc="-37" baseline="-312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 baseline="-312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80533" y="2709565"/>
            <a:ext cx="747395" cy="739140"/>
            <a:chOff x="3980533" y="2709565"/>
            <a:chExt cx="747395" cy="7391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0533" y="2719090"/>
              <a:ext cx="747225" cy="7292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85295" y="271432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85295" y="271432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36996" y="2963941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b="1" spc="-37" baseline="-312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 baseline="-312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23383" y="1866245"/>
            <a:ext cx="861694" cy="843915"/>
            <a:chOff x="3923383" y="1866245"/>
            <a:chExt cx="861694" cy="84391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3383" y="1866245"/>
              <a:ext cx="861525" cy="8435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985296" y="190910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85296" y="190910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36996" y="2158722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b="1" spc="-37" baseline="-312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 baseline="-312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50802" y="2271794"/>
            <a:ext cx="861694" cy="1643380"/>
            <a:chOff x="5250802" y="2271794"/>
            <a:chExt cx="861694" cy="164338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0802" y="2271794"/>
              <a:ext cx="861525" cy="8435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12715" y="231465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5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12715" y="231465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5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0802" y="3071137"/>
              <a:ext cx="861525" cy="8435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12715" y="3114000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5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12715" y="3114000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5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64415" y="3363614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200" b="1" spc="-37" baseline="-312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 baseline="-312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718233" y="1472450"/>
            <a:ext cx="4049395" cy="3241675"/>
            <a:chOff x="4718233" y="1472450"/>
            <a:chExt cx="4049395" cy="324167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0802" y="3870480"/>
              <a:ext cx="861525" cy="84352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12714" y="3913343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7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5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12714" y="3913343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7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5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0802" y="1472450"/>
              <a:ext cx="861525" cy="84352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312714" y="1515312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5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12714" y="1515312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5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5641" y="3476686"/>
              <a:ext cx="861525" cy="84352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967553" y="351954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50"/>
                  </a:ln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2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5" y="105397"/>
                  </a:lnTo>
                  <a:lnTo>
                    <a:pt x="661686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50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67553" y="351954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2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5" y="105397"/>
                  </a:lnTo>
                  <a:lnTo>
                    <a:pt x="661686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50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5641" y="2671465"/>
              <a:ext cx="861525" cy="84352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967553" y="271432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5" y="105397"/>
                  </a:lnTo>
                  <a:lnTo>
                    <a:pt x="661686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67553" y="271432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5" y="105397"/>
                  </a:lnTo>
                  <a:lnTo>
                    <a:pt x="661686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5641" y="1866245"/>
              <a:ext cx="861525" cy="8435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967553" y="190910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5" y="105397"/>
                  </a:lnTo>
                  <a:lnTo>
                    <a:pt x="661686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967553" y="190910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6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5" y="105397"/>
                  </a:lnTo>
                  <a:lnTo>
                    <a:pt x="661686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6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8222" y="2271794"/>
              <a:ext cx="861525" cy="84352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640134" y="2314656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3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40134" y="2314656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3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8222" y="3071137"/>
              <a:ext cx="861525" cy="84352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640134" y="3113999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3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40134" y="3113999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3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8222" y="3870480"/>
              <a:ext cx="861525" cy="84352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640134" y="3913343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7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3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40134" y="3913343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7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3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8222" y="1472450"/>
              <a:ext cx="861525" cy="84352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640134" y="1515312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3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640134" y="1515312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3" y="222141"/>
                  </a:lnTo>
                  <a:lnTo>
                    <a:pt x="725063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22995" y="1906798"/>
              <a:ext cx="542290" cy="362585"/>
            </a:xfrm>
            <a:custGeom>
              <a:avLst/>
              <a:gdLst/>
              <a:ahLst/>
              <a:cxnLst/>
              <a:rect l="l" t="t" r="r" b="b"/>
              <a:pathLst>
                <a:path w="542289" h="362585">
                  <a:moveTo>
                    <a:pt x="0" y="362159"/>
                  </a:moveTo>
                  <a:lnTo>
                    <a:pt x="542274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256532" y="1882791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475" y="37089"/>
                  </a:moveTo>
                  <a:lnTo>
                    <a:pt x="0" y="10923"/>
                  </a:lnTo>
                  <a:lnTo>
                    <a:pt x="44683" y="0"/>
                  </a:lnTo>
                  <a:lnTo>
                    <a:pt x="17475" y="370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56532" y="1882791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475" y="37089"/>
                  </a:moveTo>
                  <a:lnTo>
                    <a:pt x="44683" y="0"/>
                  </a:lnTo>
                  <a:lnTo>
                    <a:pt x="0" y="10923"/>
                  </a:lnTo>
                  <a:lnTo>
                    <a:pt x="17475" y="3708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722995" y="2268957"/>
              <a:ext cx="542925" cy="373380"/>
            </a:xfrm>
            <a:custGeom>
              <a:avLst/>
              <a:gdLst/>
              <a:ahLst/>
              <a:cxnLst/>
              <a:rect l="l" t="t" r="r" b="b"/>
              <a:pathLst>
                <a:path w="542925" h="373380">
                  <a:moveTo>
                    <a:pt x="0" y="0"/>
                  </a:moveTo>
                  <a:lnTo>
                    <a:pt x="542710" y="373216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256791" y="2629211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530" y="37456"/>
                  </a:moveTo>
                  <a:lnTo>
                    <a:pt x="0" y="25926"/>
                  </a:lnTo>
                  <a:lnTo>
                    <a:pt x="17829" y="0"/>
                  </a:lnTo>
                  <a:lnTo>
                    <a:pt x="44530" y="3745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56791" y="2629211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5926"/>
                  </a:moveTo>
                  <a:lnTo>
                    <a:pt x="44530" y="37456"/>
                  </a:lnTo>
                  <a:lnTo>
                    <a:pt x="17829" y="0"/>
                  </a:lnTo>
                  <a:lnTo>
                    <a:pt x="0" y="2592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22995" y="2268957"/>
              <a:ext cx="565150" cy="1153795"/>
            </a:xfrm>
            <a:custGeom>
              <a:avLst/>
              <a:gdLst/>
              <a:ahLst/>
              <a:cxnLst/>
              <a:rect l="l" t="t" r="r" b="b"/>
              <a:pathLst>
                <a:path w="565150" h="1153795">
                  <a:moveTo>
                    <a:pt x="0" y="0"/>
                  </a:moveTo>
                  <a:lnTo>
                    <a:pt x="564672" y="115347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73537" y="3415510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33135" y="45740"/>
                  </a:moveTo>
                  <a:lnTo>
                    <a:pt x="0" y="13834"/>
                  </a:lnTo>
                  <a:lnTo>
                    <a:pt x="28260" y="0"/>
                  </a:lnTo>
                  <a:lnTo>
                    <a:pt x="33135" y="4574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73537" y="3415510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0" y="13834"/>
                  </a:moveTo>
                  <a:lnTo>
                    <a:pt x="33135" y="45740"/>
                  </a:lnTo>
                  <a:lnTo>
                    <a:pt x="28260" y="0"/>
                  </a:lnTo>
                  <a:lnTo>
                    <a:pt x="0" y="1383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22995" y="1926360"/>
              <a:ext cx="589915" cy="2346960"/>
            </a:xfrm>
            <a:custGeom>
              <a:avLst/>
              <a:gdLst/>
              <a:ahLst/>
              <a:cxnLst/>
              <a:rect l="l" t="t" r="r" b="b"/>
              <a:pathLst>
                <a:path w="589914" h="2346960">
                  <a:moveTo>
                    <a:pt x="0" y="342597"/>
                  </a:moveTo>
                  <a:lnTo>
                    <a:pt x="589799" y="2346897"/>
                  </a:lnTo>
                </a:path>
                <a:path w="589914" h="2346960">
                  <a:moveTo>
                    <a:pt x="0" y="1147817"/>
                  </a:moveTo>
                  <a:lnTo>
                    <a:pt x="564575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273454" y="1887572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28234" y="45731"/>
                  </a:moveTo>
                  <a:lnTo>
                    <a:pt x="0" y="31843"/>
                  </a:lnTo>
                  <a:lnTo>
                    <a:pt x="33195" y="0"/>
                  </a:lnTo>
                  <a:lnTo>
                    <a:pt x="28234" y="4573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273454" y="1887572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28234" y="45731"/>
                  </a:moveTo>
                  <a:lnTo>
                    <a:pt x="33195" y="0"/>
                  </a:lnTo>
                  <a:lnTo>
                    <a:pt x="0" y="31843"/>
                  </a:lnTo>
                  <a:lnTo>
                    <a:pt x="28234" y="4573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22995" y="1929924"/>
              <a:ext cx="574040" cy="1950085"/>
            </a:xfrm>
            <a:custGeom>
              <a:avLst/>
              <a:gdLst/>
              <a:ahLst/>
              <a:cxnLst/>
              <a:rect l="l" t="t" r="r" b="b"/>
              <a:pathLst>
                <a:path w="574039" h="1950085">
                  <a:moveTo>
                    <a:pt x="0" y="1949474"/>
                  </a:moveTo>
                  <a:lnTo>
                    <a:pt x="573666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81569" y="188845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85" y="45908"/>
                  </a:moveTo>
                  <a:lnTo>
                    <a:pt x="0" y="37025"/>
                  </a:lnTo>
                  <a:lnTo>
                    <a:pt x="27295" y="0"/>
                  </a:lnTo>
                  <a:lnTo>
                    <a:pt x="30185" y="4590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281569" y="188845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85" y="45908"/>
                  </a:moveTo>
                  <a:lnTo>
                    <a:pt x="27295" y="0"/>
                  </a:lnTo>
                  <a:lnTo>
                    <a:pt x="0" y="37025"/>
                  </a:lnTo>
                  <a:lnTo>
                    <a:pt x="30185" y="4590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722995" y="2706633"/>
              <a:ext cx="542925" cy="367665"/>
            </a:xfrm>
            <a:custGeom>
              <a:avLst/>
              <a:gdLst/>
              <a:ahLst/>
              <a:cxnLst/>
              <a:rect l="l" t="t" r="r" b="b"/>
              <a:pathLst>
                <a:path w="542925" h="367664">
                  <a:moveTo>
                    <a:pt x="0" y="367544"/>
                  </a:moveTo>
                  <a:lnTo>
                    <a:pt x="542486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256658" y="268238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649" y="37270"/>
                  </a:moveTo>
                  <a:lnTo>
                    <a:pt x="0" y="11220"/>
                  </a:lnTo>
                  <a:lnTo>
                    <a:pt x="44609" y="0"/>
                  </a:lnTo>
                  <a:lnTo>
                    <a:pt x="17649" y="3727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256658" y="268238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649" y="37270"/>
                  </a:moveTo>
                  <a:lnTo>
                    <a:pt x="44609" y="0"/>
                  </a:lnTo>
                  <a:lnTo>
                    <a:pt x="0" y="11220"/>
                  </a:lnTo>
                  <a:lnTo>
                    <a:pt x="17649" y="3727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722995" y="3074177"/>
              <a:ext cx="542925" cy="367665"/>
            </a:xfrm>
            <a:custGeom>
              <a:avLst/>
              <a:gdLst/>
              <a:ahLst/>
              <a:cxnLst/>
              <a:rect l="l" t="t" r="r" b="b"/>
              <a:pathLst>
                <a:path w="542925" h="367664">
                  <a:moveTo>
                    <a:pt x="0" y="0"/>
                  </a:moveTo>
                  <a:lnTo>
                    <a:pt x="542486" y="367544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256658" y="3428697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609" y="37269"/>
                  </a:moveTo>
                  <a:lnTo>
                    <a:pt x="0" y="26049"/>
                  </a:lnTo>
                  <a:lnTo>
                    <a:pt x="17649" y="0"/>
                  </a:lnTo>
                  <a:lnTo>
                    <a:pt x="44609" y="3726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256658" y="3428697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6049"/>
                  </a:moveTo>
                  <a:lnTo>
                    <a:pt x="44609" y="37269"/>
                  </a:lnTo>
                  <a:lnTo>
                    <a:pt x="17649" y="0"/>
                  </a:lnTo>
                  <a:lnTo>
                    <a:pt x="0" y="2604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722995" y="3074177"/>
              <a:ext cx="565150" cy="1148080"/>
            </a:xfrm>
            <a:custGeom>
              <a:avLst/>
              <a:gdLst/>
              <a:ahLst/>
              <a:cxnLst/>
              <a:rect l="l" t="t" r="r" b="b"/>
              <a:pathLst>
                <a:path w="565150" h="1148079">
                  <a:moveTo>
                    <a:pt x="0" y="0"/>
                  </a:moveTo>
                  <a:lnTo>
                    <a:pt x="564575" y="1147817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273454" y="4215051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33195" y="45731"/>
                  </a:moveTo>
                  <a:lnTo>
                    <a:pt x="0" y="13887"/>
                  </a:lnTo>
                  <a:lnTo>
                    <a:pt x="28234" y="0"/>
                  </a:lnTo>
                  <a:lnTo>
                    <a:pt x="33195" y="4573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273454" y="4215051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0" y="13887"/>
                  </a:moveTo>
                  <a:lnTo>
                    <a:pt x="33195" y="45731"/>
                  </a:lnTo>
                  <a:lnTo>
                    <a:pt x="28234" y="0"/>
                  </a:lnTo>
                  <a:lnTo>
                    <a:pt x="0" y="1388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722995" y="2725928"/>
              <a:ext cx="565150" cy="1153795"/>
            </a:xfrm>
            <a:custGeom>
              <a:avLst/>
              <a:gdLst/>
              <a:ahLst/>
              <a:cxnLst/>
              <a:rect l="l" t="t" r="r" b="b"/>
              <a:pathLst>
                <a:path w="565150" h="1153795">
                  <a:moveTo>
                    <a:pt x="0" y="1153470"/>
                  </a:moveTo>
                  <a:lnTo>
                    <a:pt x="564672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273537" y="2687105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28260" y="45740"/>
                  </a:moveTo>
                  <a:lnTo>
                    <a:pt x="0" y="31905"/>
                  </a:lnTo>
                  <a:lnTo>
                    <a:pt x="33135" y="0"/>
                  </a:lnTo>
                  <a:lnTo>
                    <a:pt x="28260" y="4574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273537" y="2687105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28260" y="45740"/>
                  </a:moveTo>
                  <a:lnTo>
                    <a:pt x="33135" y="0"/>
                  </a:lnTo>
                  <a:lnTo>
                    <a:pt x="0" y="31905"/>
                  </a:lnTo>
                  <a:lnTo>
                    <a:pt x="28260" y="4574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722995" y="3506182"/>
              <a:ext cx="542925" cy="373380"/>
            </a:xfrm>
            <a:custGeom>
              <a:avLst/>
              <a:gdLst/>
              <a:ahLst/>
              <a:cxnLst/>
              <a:rect l="l" t="t" r="r" b="b"/>
              <a:pathLst>
                <a:path w="542925" h="373379">
                  <a:moveTo>
                    <a:pt x="0" y="373216"/>
                  </a:moveTo>
                  <a:lnTo>
                    <a:pt x="54271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256791" y="348168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829" y="37456"/>
                  </a:moveTo>
                  <a:lnTo>
                    <a:pt x="0" y="11529"/>
                  </a:lnTo>
                  <a:lnTo>
                    <a:pt x="44530" y="0"/>
                  </a:lnTo>
                  <a:lnTo>
                    <a:pt x="17829" y="3745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256791" y="348168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829" y="37456"/>
                  </a:moveTo>
                  <a:lnTo>
                    <a:pt x="44530" y="0"/>
                  </a:lnTo>
                  <a:lnTo>
                    <a:pt x="0" y="11529"/>
                  </a:lnTo>
                  <a:lnTo>
                    <a:pt x="17829" y="3745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722995" y="3879398"/>
              <a:ext cx="542290" cy="362585"/>
            </a:xfrm>
            <a:custGeom>
              <a:avLst/>
              <a:gdLst/>
              <a:ahLst/>
              <a:cxnLst/>
              <a:rect l="l" t="t" r="r" b="b"/>
              <a:pathLst>
                <a:path w="542289" h="362585">
                  <a:moveTo>
                    <a:pt x="0" y="0"/>
                  </a:moveTo>
                  <a:lnTo>
                    <a:pt x="542274" y="362159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256532" y="4228475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683" y="37089"/>
                  </a:moveTo>
                  <a:lnTo>
                    <a:pt x="0" y="26166"/>
                  </a:lnTo>
                  <a:lnTo>
                    <a:pt x="17475" y="0"/>
                  </a:lnTo>
                  <a:lnTo>
                    <a:pt x="44683" y="370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256532" y="4228475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6166"/>
                  </a:moveTo>
                  <a:lnTo>
                    <a:pt x="44683" y="37089"/>
                  </a:lnTo>
                  <a:lnTo>
                    <a:pt x="17475" y="0"/>
                  </a:lnTo>
                  <a:lnTo>
                    <a:pt x="0" y="2616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050414" y="1875162"/>
              <a:ext cx="532765" cy="0"/>
            </a:xfrm>
            <a:custGeom>
              <a:avLst/>
              <a:gdLst/>
              <a:ahLst/>
              <a:cxnLst/>
              <a:rect l="l" t="t" r="r" b="b"/>
              <a:pathLst>
                <a:path w="532765">
                  <a:moveTo>
                    <a:pt x="0" y="0"/>
                  </a:moveTo>
                  <a:lnTo>
                    <a:pt x="532649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583064" y="1859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583064" y="1859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050414" y="2674507"/>
              <a:ext cx="532765" cy="0"/>
            </a:xfrm>
            <a:custGeom>
              <a:avLst/>
              <a:gdLst/>
              <a:ahLst/>
              <a:cxnLst/>
              <a:rect l="l" t="t" r="r" b="b"/>
              <a:pathLst>
                <a:path w="532765">
                  <a:moveTo>
                    <a:pt x="0" y="0"/>
                  </a:moveTo>
                  <a:lnTo>
                    <a:pt x="5326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583064" y="265877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583064" y="265877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050414" y="3473849"/>
              <a:ext cx="532765" cy="0"/>
            </a:xfrm>
            <a:custGeom>
              <a:avLst/>
              <a:gdLst/>
              <a:ahLst/>
              <a:cxnLst/>
              <a:rect l="l" t="t" r="r" b="b"/>
              <a:pathLst>
                <a:path w="532765">
                  <a:moveTo>
                    <a:pt x="0" y="0"/>
                  </a:moveTo>
                  <a:lnTo>
                    <a:pt x="532649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583064" y="34581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583064" y="34581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050414" y="4273192"/>
              <a:ext cx="532765" cy="0"/>
            </a:xfrm>
            <a:custGeom>
              <a:avLst/>
              <a:gdLst/>
              <a:ahLst/>
              <a:cxnLst/>
              <a:rect l="l" t="t" r="r" b="b"/>
              <a:pathLst>
                <a:path w="532765">
                  <a:moveTo>
                    <a:pt x="0" y="0"/>
                  </a:moveTo>
                  <a:lnTo>
                    <a:pt x="532649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583064" y="425745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583064" y="425745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050414" y="1875162"/>
              <a:ext cx="556260" cy="753745"/>
            </a:xfrm>
            <a:custGeom>
              <a:avLst/>
              <a:gdLst/>
              <a:ahLst/>
              <a:cxnLst/>
              <a:rect l="l" t="t" r="r" b="b"/>
              <a:pathLst>
                <a:path w="556259" h="753744">
                  <a:moveTo>
                    <a:pt x="0" y="0"/>
                  </a:moveTo>
                  <a:lnTo>
                    <a:pt x="555864" y="75321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593619" y="2619037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38325" y="44121"/>
                  </a:moveTo>
                  <a:lnTo>
                    <a:pt x="0" y="18683"/>
                  </a:lnTo>
                  <a:lnTo>
                    <a:pt x="25318" y="0"/>
                  </a:lnTo>
                  <a:lnTo>
                    <a:pt x="38325" y="4412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593619" y="2619037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0" y="18683"/>
                  </a:moveTo>
                  <a:lnTo>
                    <a:pt x="38325" y="44121"/>
                  </a:lnTo>
                  <a:lnTo>
                    <a:pt x="25318" y="0"/>
                  </a:lnTo>
                  <a:lnTo>
                    <a:pt x="0" y="1868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050414" y="1875162"/>
              <a:ext cx="570230" cy="1545590"/>
            </a:xfrm>
            <a:custGeom>
              <a:avLst/>
              <a:gdLst/>
              <a:ahLst/>
              <a:cxnLst/>
              <a:rect l="l" t="t" r="r" b="b"/>
              <a:pathLst>
                <a:path w="570229" h="1545589">
                  <a:moveTo>
                    <a:pt x="0" y="0"/>
                  </a:moveTo>
                  <a:lnTo>
                    <a:pt x="570019" y="1545082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605673" y="3414799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4">
                  <a:moveTo>
                    <a:pt x="29721" y="45998"/>
                  </a:moveTo>
                  <a:lnTo>
                    <a:pt x="0" y="10890"/>
                  </a:lnTo>
                  <a:lnTo>
                    <a:pt x="29520" y="0"/>
                  </a:lnTo>
                  <a:lnTo>
                    <a:pt x="29721" y="4599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605673" y="3414799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4">
                  <a:moveTo>
                    <a:pt x="0" y="10890"/>
                  </a:moveTo>
                  <a:lnTo>
                    <a:pt x="29721" y="45998"/>
                  </a:lnTo>
                  <a:lnTo>
                    <a:pt x="29520" y="0"/>
                  </a:lnTo>
                  <a:lnTo>
                    <a:pt x="0" y="1089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050414" y="1875162"/>
              <a:ext cx="576580" cy="2342515"/>
            </a:xfrm>
            <a:custGeom>
              <a:avLst/>
              <a:gdLst/>
              <a:ahLst/>
              <a:cxnLst/>
              <a:rect l="l" t="t" r="r" b="b"/>
              <a:pathLst>
                <a:path w="576579" h="2342515">
                  <a:moveTo>
                    <a:pt x="0" y="0"/>
                  </a:moveTo>
                  <a:lnTo>
                    <a:pt x="576149" y="2342403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611287" y="4213809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5" h="46354">
                  <a:moveTo>
                    <a:pt x="25601" y="45731"/>
                  </a:moveTo>
                  <a:lnTo>
                    <a:pt x="0" y="7514"/>
                  </a:lnTo>
                  <a:lnTo>
                    <a:pt x="30554" y="0"/>
                  </a:lnTo>
                  <a:lnTo>
                    <a:pt x="25601" y="4573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611287" y="4213809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5" h="46354">
                  <a:moveTo>
                    <a:pt x="0" y="7514"/>
                  </a:moveTo>
                  <a:lnTo>
                    <a:pt x="25601" y="45731"/>
                  </a:lnTo>
                  <a:lnTo>
                    <a:pt x="30554" y="0"/>
                  </a:lnTo>
                  <a:lnTo>
                    <a:pt x="0" y="75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50414" y="2674507"/>
              <a:ext cx="556260" cy="753745"/>
            </a:xfrm>
            <a:custGeom>
              <a:avLst/>
              <a:gdLst/>
              <a:ahLst/>
              <a:cxnLst/>
              <a:rect l="l" t="t" r="r" b="b"/>
              <a:pathLst>
                <a:path w="556259" h="753745">
                  <a:moveTo>
                    <a:pt x="0" y="0"/>
                  </a:moveTo>
                  <a:lnTo>
                    <a:pt x="555864" y="753216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593619" y="3418381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38325" y="44121"/>
                  </a:moveTo>
                  <a:lnTo>
                    <a:pt x="0" y="18683"/>
                  </a:lnTo>
                  <a:lnTo>
                    <a:pt x="25318" y="0"/>
                  </a:lnTo>
                  <a:lnTo>
                    <a:pt x="38325" y="4412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593619" y="3418381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0" y="18683"/>
                  </a:moveTo>
                  <a:lnTo>
                    <a:pt x="38325" y="44121"/>
                  </a:lnTo>
                  <a:lnTo>
                    <a:pt x="25318" y="0"/>
                  </a:lnTo>
                  <a:lnTo>
                    <a:pt x="0" y="1868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050414" y="2674507"/>
              <a:ext cx="570230" cy="1545590"/>
            </a:xfrm>
            <a:custGeom>
              <a:avLst/>
              <a:gdLst/>
              <a:ahLst/>
              <a:cxnLst/>
              <a:rect l="l" t="t" r="r" b="b"/>
              <a:pathLst>
                <a:path w="570229" h="1545589">
                  <a:moveTo>
                    <a:pt x="0" y="0"/>
                  </a:moveTo>
                  <a:lnTo>
                    <a:pt x="570019" y="1545082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605673" y="4214144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4">
                  <a:moveTo>
                    <a:pt x="29721" y="45998"/>
                  </a:moveTo>
                  <a:lnTo>
                    <a:pt x="0" y="10890"/>
                  </a:lnTo>
                  <a:lnTo>
                    <a:pt x="29520" y="0"/>
                  </a:lnTo>
                  <a:lnTo>
                    <a:pt x="29721" y="4599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605673" y="4214144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4">
                  <a:moveTo>
                    <a:pt x="0" y="10890"/>
                  </a:moveTo>
                  <a:lnTo>
                    <a:pt x="29721" y="45998"/>
                  </a:lnTo>
                  <a:lnTo>
                    <a:pt x="29520" y="0"/>
                  </a:lnTo>
                  <a:lnTo>
                    <a:pt x="0" y="1089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050414" y="1928767"/>
              <a:ext cx="570230" cy="1545590"/>
            </a:xfrm>
            <a:custGeom>
              <a:avLst/>
              <a:gdLst/>
              <a:ahLst/>
              <a:cxnLst/>
              <a:rect l="l" t="t" r="r" b="b"/>
              <a:pathLst>
                <a:path w="570229" h="1545589">
                  <a:moveTo>
                    <a:pt x="0" y="1545082"/>
                  </a:moveTo>
                  <a:lnTo>
                    <a:pt x="570019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605673" y="1888213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5">
                  <a:moveTo>
                    <a:pt x="29520" y="45999"/>
                  </a:moveTo>
                  <a:lnTo>
                    <a:pt x="0" y="35108"/>
                  </a:lnTo>
                  <a:lnTo>
                    <a:pt x="29721" y="0"/>
                  </a:lnTo>
                  <a:lnTo>
                    <a:pt x="29520" y="459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605673" y="1888213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5">
                  <a:moveTo>
                    <a:pt x="29520" y="45999"/>
                  </a:moveTo>
                  <a:lnTo>
                    <a:pt x="29721" y="0"/>
                  </a:lnTo>
                  <a:lnTo>
                    <a:pt x="0" y="35108"/>
                  </a:lnTo>
                  <a:lnTo>
                    <a:pt x="29520" y="459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050414" y="2720633"/>
              <a:ext cx="556260" cy="753745"/>
            </a:xfrm>
            <a:custGeom>
              <a:avLst/>
              <a:gdLst/>
              <a:ahLst/>
              <a:cxnLst/>
              <a:rect l="l" t="t" r="r" b="b"/>
              <a:pathLst>
                <a:path w="556259" h="753745">
                  <a:moveTo>
                    <a:pt x="0" y="753216"/>
                  </a:moveTo>
                  <a:lnTo>
                    <a:pt x="555864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593619" y="2685853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318" y="44121"/>
                  </a:moveTo>
                  <a:lnTo>
                    <a:pt x="0" y="25437"/>
                  </a:lnTo>
                  <a:lnTo>
                    <a:pt x="38325" y="0"/>
                  </a:lnTo>
                  <a:lnTo>
                    <a:pt x="25318" y="4412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593619" y="2685853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318" y="44121"/>
                  </a:moveTo>
                  <a:lnTo>
                    <a:pt x="38325" y="0"/>
                  </a:lnTo>
                  <a:lnTo>
                    <a:pt x="0" y="25437"/>
                  </a:lnTo>
                  <a:lnTo>
                    <a:pt x="25318" y="4412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050414" y="3519976"/>
              <a:ext cx="556260" cy="753745"/>
            </a:xfrm>
            <a:custGeom>
              <a:avLst/>
              <a:gdLst/>
              <a:ahLst/>
              <a:cxnLst/>
              <a:rect l="l" t="t" r="r" b="b"/>
              <a:pathLst>
                <a:path w="556259" h="753745">
                  <a:moveTo>
                    <a:pt x="0" y="753216"/>
                  </a:moveTo>
                  <a:lnTo>
                    <a:pt x="555864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593619" y="3485197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318" y="44121"/>
                  </a:moveTo>
                  <a:lnTo>
                    <a:pt x="0" y="25437"/>
                  </a:lnTo>
                  <a:lnTo>
                    <a:pt x="38325" y="0"/>
                  </a:lnTo>
                  <a:lnTo>
                    <a:pt x="25318" y="4412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593619" y="3485197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318" y="44121"/>
                  </a:moveTo>
                  <a:lnTo>
                    <a:pt x="38325" y="0"/>
                  </a:lnTo>
                  <a:lnTo>
                    <a:pt x="0" y="25437"/>
                  </a:lnTo>
                  <a:lnTo>
                    <a:pt x="25318" y="4412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050414" y="1921290"/>
              <a:ext cx="556260" cy="753745"/>
            </a:xfrm>
            <a:custGeom>
              <a:avLst/>
              <a:gdLst/>
              <a:ahLst/>
              <a:cxnLst/>
              <a:rect l="l" t="t" r="r" b="b"/>
              <a:pathLst>
                <a:path w="556259" h="753744">
                  <a:moveTo>
                    <a:pt x="0" y="753216"/>
                  </a:moveTo>
                  <a:lnTo>
                    <a:pt x="555864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593619" y="1886510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318" y="44121"/>
                  </a:moveTo>
                  <a:lnTo>
                    <a:pt x="0" y="25437"/>
                  </a:lnTo>
                  <a:lnTo>
                    <a:pt x="38325" y="0"/>
                  </a:lnTo>
                  <a:lnTo>
                    <a:pt x="25318" y="4412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593619" y="1886510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318" y="44121"/>
                  </a:moveTo>
                  <a:lnTo>
                    <a:pt x="38325" y="0"/>
                  </a:lnTo>
                  <a:lnTo>
                    <a:pt x="0" y="25437"/>
                  </a:lnTo>
                  <a:lnTo>
                    <a:pt x="25318" y="4412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050414" y="3473849"/>
              <a:ext cx="556260" cy="753745"/>
            </a:xfrm>
            <a:custGeom>
              <a:avLst/>
              <a:gdLst/>
              <a:ahLst/>
              <a:cxnLst/>
              <a:rect l="l" t="t" r="r" b="b"/>
              <a:pathLst>
                <a:path w="556259" h="753745">
                  <a:moveTo>
                    <a:pt x="0" y="0"/>
                  </a:moveTo>
                  <a:lnTo>
                    <a:pt x="555864" y="753216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593619" y="4217724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38325" y="44121"/>
                  </a:moveTo>
                  <a:lnTo>
                    <a:pt x="0" y="18683"/>
                  </a:lnTo>
                  <a:lnTo>
                    <a:pt x="25318" y="0"/>
                  </a:lnTo>
                  <a:lnTo>
                    <a:pt x="38325" y="4412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593619" y="4217724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0" y="18683"/>
                  </a:moveTo>
                  <a:lnTo>
                    <a:pt x="38325" y="44121"/>
                  </a:lnTo>
                  <a:lnTo>
                    <a:pt x="25318" y="0"/>
                  </a:lnTo>
                  <a:lnTo>
                    <a:pt x="0" y="1868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050414" y="2728110"/>
              <a:ext cx="570230" cy="1545590"/>
            </a:xfrm>
            <a:custGeom>
              <a:avLst/>
              <a:gdLst/>
              <a:ahLst/>
              <a:cxnLst/>
              <a:rect l="l" t="t" r="r" b="b"/>
              <a:pathLst>
                <a:path w="570229" h="1545589">
                  <a:moveTo>
                    <a:pt x="0" y="1545082"/>
                  </a:moveTo>
                  <a:lnTo>
                    <a:pt x="57001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605673" y="2687556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5">
                  <a:moveTo>
                    <a:pt x="29520" y="45999"/>
                  </a:moveTo>
                  <a:lnTo>
                    <a:pt x="0" y="35108"/>
                  </a:lnTo>
                  <a:lnTo>
                    <a:pt x="29721" y="0"/>
                  </a:lnTo>
                  <a:lnTo>
                    <a:pt x="29520" y="459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605673" y="2687556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5">
                  <a:moveTo>
                    <a:pt x="29520" y="45999"/>
                  </a:moveTo>
                  <a:lnTo>
                    <a:pt x="29721" y="0"/>
                  </a:lnTo>
                  <a:lnTo>
                    <a:pt x="0" y="35108"/>
                  </a:lnTo>
                  <a:lnTo>
                    <a:pt x="29520" y="459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050414" y="1930788"/>
              <a:ext cx="576580" cy="2342515"/>
            </a:xfrm>
            <a:custGeom>
              <a:avLst/>
              <a:gdLst/>
              <a:ahLst/>
              <a:cxnLst/>
              <a:rect l="l" t="t" r="r" b="b"/>
              <a:pathLst>
                <a:path w="576579" h="2342515">
                  <a:moveTo>
                    <a:pt x="0" y="2342404"/>
                  </a:moveTo>
                  <a:lnTo>
                    <a:pt x="576149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611287" y="1888814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5" h="46355">
                  <a:moveTo>
                    <a:pt x="30554" y="45732"/>
                  </a:moveTo>
                  <a:lnTo>
                    <a:pt x="0" y="38216"/>
                  </a:lnTo>
                  <a:lnTo>
                    <a:pt x="25601" y="0"/>
                  </a:lnTo>
                  <a:lnTo>
                    <a:pt x="30554" y="4573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611287" y="1888814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5" h="46355">
                  <a:moveTo>
                    <a:pt x="30554" y="45732"/>
                  </a:moveTo>
                  <a:lnTo>
                    <a:pt x="25601" y="0"/>
                  </a:lnTo>
                  <a:lnTo>
                    <a:pt x="0" y="38216"/>
                  </a:lnTo>
                  <a:lnTo>
                    <a:pt x="30554" y="4573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377834" y="2301290"/>
              <a:ext cx="542925" cy="373380"/>
            </a:xfrm>
            <a:custGeom>
              <a:avLst/>
              <a:gdLst/>
              <a:ahLst/>
              <a:cxnLst/>
              <a:rect l="l" t="t" r="r" b="b"/>
              <a:pathLst>
                <a:path w="542925" h="373380">
                  <a:moveTo>
                    <a:pt x="0" y="373216"/>
                  </a:moveTo>
                  <a:lnTo>
                    <a:pt x="542709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911630" y="2276797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829" y="37456"/>
                  </a:moveTo>
                  <a:lnTo>
                    <a:pt x="0" y="11529"/>
                  </a:lnTo>
                  <a:lnTo>
                    <a:pt x="44531" y="0"/>
                  </a:lnTo>
                  <a:lnTo>
                    <a:pt x="17829" y="3745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911630" y="2276797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829" y="37456"/>
                  </a:moveTo>
                  <a:lnTo>
                    <a:pt x="44531" y="0"/>
                  </a:lnTo>
                  <a:lnTo>
                    <a:pt x="0" y="11529"/>
                  </a:lnTo>
                  <a:lnTo>
                    <a:pt x="17829" y="3745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377834" y="3106305"/>
              <a:ext cx="542925" cy="367665"/>
            </a:xfrm>
            <a:custGeom>
              <a:avLst/>
              <a:gdLst/>
              <a:ahLst/>
              <a:cxnLst/>
              <a:rect l="l" t="t" r="r" b="b"/>
              <a:pathLst>
                <a:path w="542925" h="367664">
                  <a:moveTo>
                    <a:pt x="0" y="367544"/>
                  </a:moveTo>
                  <a:lnTo>
                    <a:pt x="542486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911496" y="3082060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648" y="37270"/>
                  </a:moveTo>
                  <a:lnTo>
                    <a:pt x="0" y="11220"/>
                  </a:lnTo>
                  <a:lnTo>
                    <a:pt x="44609" y="0"/>
                  </a:lnTo>
                  <a:lnTo>
                    <a:pt x="17648" y="3727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911496" y="3082060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648" y="37270"/>
                  </a:moveTo>
                  <a:lnTo>
                    <a:pt x="44609" y="0"/>
                  </a:lnTo>
                  <a:lnTo>
                    <a:pt x="0" y="11220"/>
                  </a:lnTo>
                  <a:lnTo>
                    <a:pt x="17648" y="3727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377834" y="3911033"/>
              <a:ext cx="542290" cy="362585"/>
            </a:xfrm>
            <a:custGeom>
              <a:avLst/>
              <a:gdLst/>
              <a:ahLst/>
              <a:cxnLst/>
              <a:rect l="l" t="t" r="r" b="b"/>
              <a:pathLst>
                <a:path w="542290" h="362585">
                  <a:moveTo>
                    <a:pt x="0" y="362159"/>
                  </a:moveTo>
                  <a:lnTo>
                    <a:pt x="54227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911371" y="3887026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474" y="37089"/>
                  </a:moveTo>
                  <a:lnTo>
                    <a:pt x="0" y="10923"/>
                  </a:lnTo>
                  <a:lnTo>
                    <a:pt x="44683" y="0"/>
                  </a:lnTo>
                  <a:lnTo>
                    <a:pt x="17474" y="370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911371" y="3887026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17474" y="37089"/>
                  </a:moveTo>
                  <a:lnTo>
                    <a:pt x="44683" y="0"/>
                  </a:lnTo>
                  <a:lnTo>
                    <a:pt x="0" y="10923"/>
                  </a:lnTo>
                  <a:lnTo>
                    <a:pt x="17474" y="3708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377834" y="3125375"/>
              <a:ext cx="565150" cy="1148080"/>
            </a:xfrm>
            <a:custGeom>
              <a:avLst/>
              <a:gdLst/>
              <a:ahLst/>
              <a:cxnLst/>
              <a:rect l="l" t="t" r="r" b="b"/>
              <a:pathLst>
                <a:path w="565150" h="1148079">
                  <a:moveTo>
                    <a:pt x="0" y="1147817"/>
                  </a:moveTo>
                  <a:lnTo>
                    <a:pt x="564575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928293" y="3086587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28234" y="45731"/>
                  </a:moveTo>
                  <a:lnTo>
                    <a:pt x="0" y="31843"/>
                  </a:lnTo>
                  <a:lnTo>
                    <a:pt x="33195" y="0"/>
                  </a:lnTo>
                  <a:lnTo>
                    <a:pt x="28234" y="4573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928293" y="3086587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28234" y="45731"/>
                  </a:moveTo>
                  <a:lnTo>
                    <a:pt x="33195" y="0"/>
                  </a:lnTo>
                  <a:lnTo>
                    <a:pt x="0" y="31843"/>
                  </a:lnTo>
                  <a:lnTo>
                    <a:pt x="28234" y="4573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377834" y="2323718"/>
              <a:ext cx="574040" cy="1950085"/>
            </a:xfrm>
            <a:custGeom>
              <a:avLst/>
              <a:gdLst/>
              <a:ahLst/>
              <a:cxnLst/>
              <a:rect l="l" t="t" r="r" b="b"/>
              <a:pathLst>
                <a:path w="574040" h="1950085">
                  <a:moveTo>
                    <a:pt x="0" y="1949474"/>
                  </a:moveTo>
                  <a:lnTo>
                    <a:pt x="573666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936408" y="2282251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85" y="45908"/>
                  </a:moveTo>
                  <a:lnTo>
                    <a:pt x="0" y="37025"/>
                  </a:lnTo>
                  <a:lnTo>
                    <a:pt x="27295" y="0"/>
                  </a:lnTo>
                  <a:lnTo>
                    <a:pt x="30185" y="4590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936408" y="2282251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85" y="45908"/>
                  </a:moveTo>
                  <a:lnTo>
                    <a:pt x="27295" y="0"/>
                  </a:lnTo>
                  <a:lnTo>
                    <a:pt x="0" y="37025"/>
                  </a:lnTo>
                  <a:lnTo>
                    <a:pt x="30185" y="4590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377834" y="2320379"/>
              <a:ext cx="565150" cy="1153795"/>
            </a:xfrm>
            <a:custGeom>
              <a:avLst/>
              <a:gdLst/>
              <a:ahLst/>
              <a:cxnLst/>
              <a:rect l="l" t="t" r="r" b="b"/>
              <a:pathLst>
                <a:path w="565150" h="1153795">
                  <a:moveTo>
                    <a:pt x="0" y="1153470"/>
                  </a:moveTo>
                  <a:lnTo>
                    <a:pt x="564671" y="0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928376" y="2281556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28260" y="45740"/>
                  </a:moveTo>
                  <a:lnTo>
                    <a:pt x="0" y="31905"/>
                  </a:lnTo>
                  <a:lnTo>
                    <a:pt x="33135" y="0"/>
                  </a:lnTo>
                  <a:lnTo>
                    <a:pt x="28260" y="4574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928376" y="2281556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28260" y="45740"/>
                  </a:moveTo>
                  <a:lnTo>
                    <a:pt x="33135" y="0"/>
                  </a:lnTo>
                  <a:lnTo>
                    <a:pt x="0" y="31905"/>
                  </a:lnTo>
                  <a:lnTo>
                    <a:pt x="28260" y="4574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377834" y="1875162"/>
              <a:ext cx="542290" cy="362585"/>
            </a:xfrm>
            <a:custGeom>
              <a:avLst/>
              <a:gdLst/>
              <a:ahLst/>
              <a:cxnLst/>
              <a:rect l="l" t="t" r="r" b="b"/>
              <a:pathLst>
                <a:path w="542290" h="362585">
                  <a:moveTo>
                    <a:pt x="0" y="0"/>
                  </a:moveTo>
                  <a:lnTo>
                    <a:pt x="542274" y="362159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911371" y="222423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683" y="37089"/>
                  </a:moveTo>
                  <a:lnTo>
                    <a:pt x="0" y="26166"/>
                  </a:lnTo>
                  <a:lnTo>
                    <a:pt x="17474" y="0"/>
                  </a:lnTo>
                  <a:lnTo>
                    <a:pt x="44683" y="370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911371" y="222423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0" y="26166"/>
                  </a:moveTo>
                  <a:lnTo>
                    <a:pt x="44683" y="37089"/>
                  </a:lnTo>
                  <a:lnTo>
                    <a:pt x="17474" y="0"/>
                  </a:lnTo>
                  <a:lnTo>
                    <a:pt x="0" y="2616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377834" y="1875162"/>
              <a:ext cx="565150" cy="1148080"/>
            </a:xfrm>
            <a:custGeom>
              <a:avLst/>
              <a:gdLst/>
              <a:ahLst/>
              <a:cxnLst/>
              <a:rect l="l" t="t" r="r" b="b"/>
              <a:pathLst>
                <a:path w="565150" h="1148080">
                  <a:moveTo>
                    <a:pt x="0" y="0"/>
                  </a:moveTo>
                  <a:lnTo>
                    <a:pt x="564575" y="1147817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928293" y="3016036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33195" y="45731"/>
                  </a:moveTo>
                  <a:lnTo>
                    <a:pt x="0" y="13887"/>
                  </a:lnTo>
                  <a:lnTo>
                    <a:pt x="28234" y="0"/>
                  </a:lnTo>
                  <a:lnTo>
                    <a:pt x="33195" y="4573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928293" y="3016036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5">
                  <a:moveTo>
                    <a:pt x="0" y="13887"/>
                  </a:moveTo>
                  <a:lnTo>
                    <a:pt x="33195" y="45731"/>
                  </a:lnTo>
                  <a:lnTo>
                    <a:pt x="28234" y="0"/>
                  </a:lnTo>
                  <a:lnTo>
                    <a:pt x="0" y="1388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377834" y="1875162"/>
              <a:ext cx="574040" cy="1950085"/>
            </a:xfrm>
            <a:custGeom>
              <a:avLst/>
              <a:gdLst/>
              <a:ahLst/>
              <a:cxnLst/>
              <a:rect l="l" t="t" r="r" b="b"/>
              <a:pathLst>
                <a:path w="574040" h="1950085">
                  <a:moveTo>
                    <a:pt x="0" y="0"/>
                  </a:moveTo>
                  <a:lnTo>
                    <a:pt x="573666" y="19494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936408" y="382019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27295" y="45908"/>
                  </a:moveTo>
                  <a:lnTo>
                    <a:pt x="0" y="8882"/>
                  </a:lnTo>
                  <a:lnTo>
                    <a:pt x="30185" y="0"/>
                  </a:lnTo>
                  <a:lnTo>
                    <a:pt x="27295" y="4590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936408" y="382019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0" y="8882"/>
                  </a:moveTo>
                  <a:lnTo>
                    <a:pt x="27295" y="45908"/>
                  </a:lnTo>
                  <a:lnTo>
                    <a:pt x="30185" y="0"/>
                  </a:lnTo>
                  <a:lnTo>
                    <a:pt x="0" y="888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377834" y="2674507"/>
              <a:ext cx="565150" cy="1153795"/>
            </a:xfrm>
            <a:custGeom>
              <a:avLst/>
              <a:gdLst/>
              <a:ahLst/>
              <a:cxnLst/>
              <a:rect l="l" t="t" r="r" b="b"/>
              <a:pathLst>
                <a:path w="565150" h="1153795">
                  <a:moveTo>
                    <a:pt x="0" y="0"/>
                  </a:moveTo>
                  <a:lnTo>
                    <a:pt x="564671" y="115347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928376" y="3821059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33135" y="45740"/>
                  </a:moveTo>
                  <a:lnTo>
                    <a:pt x="0" y="13834"/>
                  </a:lnTo>
                  <a:lnTo>
                    <a:pt x="28260" y="0"/>
                  </a:lnTo>
                  <a:lnTo>
                    <a:pt x="33135" y="4574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928376" y="3821059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0" y="13834"/>
                  </a:moveTo>
                  <a:lnTo>
                    <a:pt x="33135" y="45740"/>
                  </a:lnTo>
                  <a:lnTo>
                    <a:pt x="28260" y="0"/>
                  </a:lnTo>
                  <a:lnTo>
                    <a:pt x="0" y="13834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377834" y="2674507"/>
              <a:ext cx="542925" cy="367665"/>
            </a:xfrm>
            <a:custGeom>
              <a:avLst/>
              <a:gdLst/>
              <a:ahLst/>
              <a:cxnLst/>
              <a:rect l="l" t="t" r="r" b="b"/>
              <a:pathLst>
                <a:path w="542925" h="367664">
                  <a:moveTo>
                    <a:pt x="0" y="0"/>
                  </a:moveTo>
                  <a:lnTo>
                    <a:pt x="542486" y="367544"/>
                  </a:lnTo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911496" y="3029026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609" y="37270"/>
                  </a:moveTo>
                  <a:lnTo>
                    <a:pt x="0" y="26049"/>
                  </a:lnTo>
                  <a:lnTo>
                    <a:pt x="17648" y="0"/>
                  </a:lnTo>
                  <a:lnTo>
                    <a:pt x="44609" y="3727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911496" y="3029026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0" y="26049"/>
                  </a:moveTo>
                  <a:lnTo>
                    <a:pt x="44609" y="37270"/>
                  </a:lnTo>
                  <a:lnTo>
                    <a:pt x="17648" y="0"/>
                  </a:lnTo>
                  <a:lnTo>
                    <a:pt x="0" y="260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377834" y="3473849"/>
              <a:ext cx="542925" cy="373380"/>
            </a:xfrm>
            <a:custGeom>
              <a:avLst/>
              <a:gdLst/>
              <a:ahLst/>
              <a:cxnLst/>
              <a:rect l="l" t="t" r="r" b="b"/>
              <a:pathLst>
                <a:path w="542925" h="373379">
                  <a:moveTo>
                    <a:pt x="0" y="0"/>
                  </a:moveTo>
                  <a:lnTo>
                    <a:pt x="542709" y="37321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911630" y="383410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531" y="37456"/>
                  </a:moveTo>
                  <a:lnTo>
                    <a:pt x="0" y="25926"/>
                  </a:lnTo>
                  <a:lnTo>
                    <a:pt x="17829" y="0"/>
                  </a:lnTo>
                  <a:lnTo>
                    <a:pt x="44531" y="3745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911630" y="383410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0" y="25926"/>
                  </a:moveTo>
                  <a:lnTo>
                    <a:pt x="44531" y="37456"/>
                  </a:lnTo>
                  <a:lnTo>
                    <a:pt x="17829" y="0"/>
                  </a:lnTo>
                  <a:lnTo>
                    <a:pt x="0" y="2592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4093498" y="1034224"/>
            <a:ext cx="29432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0985" algn="l"/>
              </a:tabLst>
            </a:pPr>
            <a:r>
              <a:rPr sz="1600" b="1" spc="-10" dirty="0">
                <a:latin typeface="Arial"/>
                <a:cs typeface="Arial"/>
              </a:rPr>
              <a:t>Input</a:t>
            </a:r>
            <a:r>
              <a:rPr sz="1600" b="1" dirty="0">
                <a:latin typeface="Arial"/>
                <a:cs typeface="Arial"/>
              </a:rPr>
              <a:t>	Hidden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Layers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949177" y="1034224"/>
            <a:ext cx="6915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Output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4841552" y="2281089"/>
            <a:ext cx="276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W</a:t>
            </a:r>
            <a:r>
              <a:rPr sz="1200" b="1" spc="-37" baseline="-31250" dirty="0">
                <a:latin typeface="Arial"/>
                <a:cs typeface="Arial"/>
              </a:rPr>
              <a:t>1</a:t>
            </a:r>
            <a:endParaRPr sz="1200" baseline="-312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4841552" y="2991776"/>
            <a:ext cx="276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W</a:t>
            </a:r>
            <a:r>
              <a:rPr sz="1200" b="1" spc="-37" baseline="-31250" dirty="0">
                <a:latin typeface="Arial"/>
                <a:cs typeface="Arial"/>
              </a:rPr>
              <a:t>2</a:t>
            </a:r>
            <a:endParaRPr sz="1200" baseline="-3125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4841552" y="3778664"/>
            <a:ext cx="276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W</a:t>
            </a:r>
            <a:r>
              <a:rPr sz="1200" b="1" spc="-37" baseline="-31250" dirty="0">
                <a:latin typeface="Arial"/>
                <a:cs typeface="Arial"/>
              </a:rPr>
              <a:t>3</a:t>
            </a:r>
            <a:endParaRPr sz="1200" baseline="-31250">
              <a:latin typeface="Arial"/>
              <a:cs typeface="Arial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591463" y="1215121"/>
            <a:ext cx="2564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From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one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layer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next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547425" y="3091597"/>
            <a:ext cx="26403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f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b="1" dirty="0">
                <a:latin typeface="Arial"/>
                <a:cs typeface="Arial"/>
              </a:rPr>
              <a:t>is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activation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function, </a:t>
            </a:r>
            <a:r>
              <a:rPr sz="1600" dirty="0">
                <a:latin typeface="Cambria Math"/>
                <a:cs typeface="Cambria Math"/>
              </a:rPr>
              <a:t>W</a:t>
            </a:r>
            <a:r>
              <a:rPr sz="1575" baseline="-31746" dirty="0">
                <a:latin typeface="Cambria Math"/>
                <a:cs typeface="Cambria Math"/>
              </a:rPr>
              <a:t>i</a:t>
            </a:r>
            <a:r>
              <a:rPr sz="1575" spc="67" baseline="-31746" dirty="0">
                <a:latin typeface="Cambria Math"/>
                <a:cs typeface="Cambria Math"/>
              </a:rPr>
              <a:t> </a:t>
            </a:r>
            <a:r>
              <a:rPr sz="1600" b="1" dirty="0">
                <a:latin typeface="Arial"/>
                <a:cs typeface="Arial"/>
              </a:rPr>
              <a:t>is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weight,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and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dirty="0">
                <a:latin typeface="Cambria Math"/>
                <a:cs typeface="Cambria Math"/>
              </a:rPr>
              <a:t>b</a:t>
            </a:r>
            <a:r>
              <a:rPr sz="1575" baseline="-31746" dirty="0">
                <a:latin typeface="Cambria Math"/>
                <a:cs typeface="Cambria Math"/>
              </a:rPr>
              <a:t>i</a:t>
            </a:r>
            <a:r>
              <a:rPr sz="1575" spc="75" baseline="-31746" dirty="0">
                <a:latin typeface="Cambria Math"/>
                <a:cs typeface="Cambria Math"/>
              </a:rPr>
              <a:t> </a:t>
            </a:r>
            <a:r>
              <a:rPr sz="1600" b="1" spc="-25" dirty="0">
                <a:latin typeface="Arial"/>
                <a:cs typeface="Arial"/>
              </a:rPr>
              <a:t>is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bias.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3648650" y="1330225"/>
            <a:ext cx="12700" cy="2825115"/>
          </a:xfrm>
          <a:custGeom>
            <a:avLst/>
            <a:gdLst/>
            <a:ahLst/>
            <a:cxnLst/>
            <a:rect l="l" t="t" r="r" b="b"/>
            <a:pathLst>
              <a:path w="12700" h="2825115">
                <a:moveTo>
                  <a:pt x="12599" y="0"/>
                </a:moveTo>
                <a:lnTo>
                  <a:pt x="0" y="28250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9" name="object 17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7725" y="1730162"/>
            <a:ext cx="3243549" cy="9884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294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Training</a:t>
            </a:r>
            <a:r>
              <a:rPr spc="-65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10" dirty="0"/>
              <a:t>Minimizing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20" dirty="0"/>
              <a:t>Loss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61783" y="3171886"/>
            <a:ext cx="861694" cy="843915"/>
            <a:chOff x="6361783" y="3171886"/>
            <a:chExt cx="861694" cy="843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1783" y="3171886"/>
              <a:ext cx="861525" cy="843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23696" y="3214749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0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0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3696" y="3214749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0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0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75396" y="3464363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sz="1200" spc="-37" baseline="-312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200" baseline="-312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18933" y="2404765"/>
            <a:ext cx="747395" cy="739140"/>
            <a:chOff x="6418933" y="2404765"/>
            <a:chExt cx="747395" cy="7391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8933" y="2414290"/>
              <a:ext cx="747225" cy="7292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23695" y="240952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23695" y="2409527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00796" y="2659141"/>
            <a:ext cx="127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2446" y="2767091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61783" y="1561445"/>
            <a:ext cx="861694" cy="843915"/>
            <a:chOff x="6361783" y="1561445"/>
            <a:chExt cx="861694" cy="84391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1783" y="1561445"/>
              <a:ext cx="861525" cy="8435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23696" y="160430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23696" y="160430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9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3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75396" y="1853922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sz="1200" spc="-37" baseline="-312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200" baseline="-312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05637" y="1909465"/>
            <a:ext cx="861694" cy="843915"/>
            <a:chOff x="7905637" y="1909465"/>
            <a:chExt cx="861694" cy="84391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5637" y="1909465"/>
              <a:ext cx="861525" cy="8435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967549" y="195232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368849" y="719699"/>
                  </a:move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lnTo>
                    <a:pt x="3261" y="312549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67549" y="1952328"/>
              <a:ext cx="737870" cy="720090"/>
            </a:xfrm>
            <a:custGeom>
              <a:avLst/>
              <a:gdLst/>
              <a:ahLst/>
              <a:cxnLst/>
              <a:rect l="l" t="t" r="r" b="b"/>
              <a:pathLst>
                <a:path w="737870" h="720089">
                  <a:moveTo>
                    <a:pt x="0" y="359849"/>
                  </a:moveTo>
                  <a:lnTo>
                    <a:pt x="3367" y="311020"/>
                  </a:lnTo>
                  <a:lnTo>
                    <a:pt x="13175" y="264187"/>
                  </a:lnTo>
                  <a:lnTo>
                    <a:pt x="28986" y="219780"/>
                  </a:lnTo>
                  <a:lnTo>
                    <a:pt x="50358" y="178226"/>
                  </a:lnTo>
                  <a:lnTo>
                    <a:pt x="76854" y="139956"/>
                  </a:lnTo>
                  <a:lnTo>
                    <a:pt x="108033" y="105397"/>
                  </a:lnTo>
                  <a:lnTo>
                    <a:pt x="143456" y="74979"/>
                  </a:lnTo>
                  <a:lnTo>
                    <a:pt x="182684" y="49130"/>
                  </a:lnTo>
                  <a:lnTo>
                    <a:pt x="225277" y="28278"/>
                  </a:lnTo>
                  <a:lnTo>
                    <a:pt x="270795" y="12854"/>
                  </a:lnTo>
                  <a:lnTo>
                    <a:pt x="318799" y="3285"/>
                  </a:lnTo>
                  <a:lnTo>
                    <a:pt x="368849" y="0"/>
                  </a:lnTo>
                  <a:lnTo>
                    <a:pt x="417333" y="3120"/>
                  </a:lnTo>
                  <a:lnTo>
                    <a:pt x="464575" y="12328"/>
                  </a:lnTo>
                  <a:lnTo>
                    <a:pt x="510002" y="27391"/>
                  </a:lnTo>
                  <a:lnTo>
                    <a:pt x="553042" y="48078"/>
                  </a:lnTo>
                  <a:lnTo>
                    <a:pt x="593121" y="74158"/>
                  </a:lnTo>
                  <a:lnTo>
                    <a:pt x="629666" y="105397"/>
                  </a:lnTo>
                  <a:lnTo>
                    <a:pt x="661687" y="141050"/>
                  </a:lnTo>
                  <a:lnTo>
                    <a:pt x="688418" y="180151"/>
                  </a:lnTo>
                  <a:lnTo>
                    <a:pt x="709622" y="222141"/>
                  </a:lnTo>
                  <a:lnTo>
                    <a:pt x="725062" y="266460"/>
                  </a:lnTo>
                  <a:lnTo>
                    <a:pt x="734501" y="312549"/>
                  </a:lnTo>
                  <a:lnTo>
                    <a:pt x="737699" y="359849"/>
                  </a:lnTo>
                  <a:lnTo>
                    <a:pt x="734332" y="408679"/>
                  </a:lnTo>
                  <a:lnTo>
                    <a:pt x="724524" y="455512"/>
                  </a:lnTo>
                  <a:lnTo>
                    <a:pt x="708713" y="499919"/>
                  </a:lnTo>
                  <a:lnTo>
                    <a:pt x="687341" y="541473"/>
                  </a:lnTo>
                  <a:lnTo>
                    <a:pt x="660845" y="579743"/>
                  </a:lnTo>
                  <a:lnTo>
                    <a:pt x="629666" y="614302"/>
                  </a:lnTo>
                  <a:lnTo>
                    <a:pt x="594243" y="644720"/>
                  </a:lnTo>
                  <a:lnTo>
                    <a:pt x="555015" y="670569"/>
                  </a:lnTo>
                  <a:lnTo>
                    <a:pt x="512422" y="691421"/>
                  </a:lnTo>
                  <a:lnTo>
                    <a:pt x="466904" y="706845"/>
                  </a:lnTo>
                  <a:lnTo>
                    <a:pt x="418900" y="716414"/>
                  </a:lnTo>
                  <a:lnTo>
                    <a:pt x="368849" y="719699"/>
                  </a:lnTo>
                  <a:lnTo>
                    <a:pt x="318799" y="716414"/>
                  </a:lnTo>
                  <a:lnTo>
                    <a:pt x="270795" y="706845"/>
                  </a:lnTo>
                  <a:lnTo>
                    <a:pt x="225277" y="691421"/>
                  </a:lnTo>
                  <a:lnTo>
                    <a:pt x="182684" y="670569"/>
                  </a:lnTo>
                  <a:lnTo>
                    <a:pt x="143456" y="644720"/>
                  </a:lnTo>
                  <a:lnTo>
                    <a:pt x="108033" y="614302"/>
                  </a:lnTo>
                  <a:lnTo>
                    <a:pt x="76854" y="579743"/>
                  </a:lnTo>
                  <a:lnTo>
                    <a:pt x="50358" y="541473"/>
                  </a:lnTo>
                  <a:lnTo>
                    <a:pt x="28986" y="499919"/>
                  </a:lnTo>
                  <a:lnTo>
                    <a:pt x="13175" y="455512"/>
                  </a:lnTo>
                  <a:lnTo>
                    <a:pt x="3367" y="408679"/>
                  </a:lnTo>
                  <a:lnTo>
                    <a:pt x="0" y="359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219250" y="2201941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1200" spc="-37" baseline="-312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200" baseline="-312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156633" y="1959395"/>
            <a:ext cx="914400" cy="1620520"/>
            <a:chOff x="7156633" y="1959395"/>
            <a:chExt cx="914400" cy="1620520"/>
          </a:xfrm>
        </p:grpSpPr>
        <p:sp>
          <p:nvSpPr>
            <p:cNvPr id="25" name="object 25"/>
            <p:cNvSpPr/>
            <p:nvPr/>
          </p:nvSpPr>
          <p:spPr>
            <a:xfrm>
              <a:off x="7161396" y="1964158"/>
              <a:ext cx="857250" cy="88265"/>
            </a:xfrm>
            <a:custGeom>
              <a:avLst/>
              <a:gdLst/>
              <a:ahLst/>
              <a:cxnLst/>
              <a:rect l="l" t="t" r="r" b="b"/>
              <a:pathLst>
                <a:path w="857250" h="88264">
                  <a:moveTo>
                    <a:pt x="0" y="0"/>
                  </a:moveTo>
                  <a:lnTo>
                    <a:pt x="857247" y="8777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17040" y="2036285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4" h="31750">
                  <a:moveTo>
                    <a:pt x="0" y="31301"/>
                  </a:moveTo>
                  <a:lnTo>
                    <a:pt x="3205" y="0"/>
                  </a:lnTo>
                  <a:lnTo>
                    <a:pt x="44603" y="20054"/>
                  </a:lnTo>
                  <a:lnTo>
                    <a:pt x="0" y="3130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17040" y="2036285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4" h="31750">
                  <a:moveTo>
                    <a:pt x="0" y="31301"/>
                  </a:moveTo>
                  <a:lnTo>
                    <a:pt x="44603" y="20054"/>
                  </a:lnTo>
                  <a:lnTo>
                    <a:pt x="3205" y="0"/>
                  </a:lnTo>
                  <a:lnTo>
                    <a:pt x="0" y="313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61396" y="2340372"/>
              <a:ext cx="756920" cy="429259"/>
            </a:xfrm>
            <a:custGeom>
              <a:avLst/>
              <a:gdLst/>
              <a:ahLst/>
              <a:cxnLst/>
              <a:rect l="l" t="t" r="r" b="b"/>
              <a:pathLst>
                <a:path w="756920" h="429260">
                  <a:moveTo>
                    <a:pt x="0" y="429005"/>
                  </a:moveTo>
                  <a:lnTo>
                    <a:pt x="756388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10023" y="2319047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15523" y="35009"/>
                  </a:moveTo>
                  <a:lnTo>
                    <a:pt x="0" y="7640"/>
                  </a:lnTo>
                  <a:lnTo>
                    <a:pt x="45360" y="0"/>
                  </a:lnTo>
                  <a:lnTo>
                    <a:pt x="15523" y="35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910023" y="2319047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15523" y="35009"/>
                  </a:moveTo>
                  <a:lnTo>
                    <a:pt x="45360" y="0"/>
                  </a:lnTo>
                  <a:lnTo>
                    <a:pt x="0" y="7640"/>
                  </a:lnTo>
                  <a:lnTo>
                    <a:pt x="15523" y="3500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61396" y="2608933"/>
              <a:ext cx="876300" cy="965835"/>
            </a:xfrm>
            <a:custGeom>
              <a:avLst/>
              <a:gdLst/>
              <a:ahLst/>
              <a:cxnLst/>
              <a:rect l="l" t="t" r="r" b="b"/>
              <a:pathLst>
                <a:path w="876300" h="965835">
                  <a:moveTo>
                    <a:pt x="0" y="965664"/>
                  </a:moveTo>
                  <a:lnTo>
                    <a:pt x="87570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25450" y="2576913"/>
              <a:ext cx="41275" cy="43180"/>
            </a:xfrm>
            <a:custGeom>
              <a:avLst/>
              <a:gdLst/>
              <a:ahLst/>
              <a:cxnLst/>
              <a:rect l="l" t="t" r="r" b="b"/>
              <a:pathLst>
                <a:path w="41275" h="43180">
                  <a:moveTo>
                    <a:pt x="23308" y="42588"/>
                  </a:moveTo>
                  <a:lnTo>
                    <a:pt x="0" y="21451"/>
                  </a:lnTo>
                  <a:lnTo>
                    <a:pt x="40691" y="0"/>
                  </a:lnTo>
                  <a:lnTo>
                    <a:pt x="23308" y="4258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25450" y="2576913"/>
              <a:ext cx="41275" cy="43180"/>
            </a:xfrm>
            <a:custGeom>
              <a:avLst/>
              <a:gdLst/>
              <a:ahLst/>
              <a:cxnLst/>
              <a:rect l="l" t="t" r="r" b="b"/>
              <a:pathLst>
                <a:path w="41275" h="43180">
                  <a:moveTo>
                    <a:pt x="23308" y="42588"/>
                  </a:moveTo>
                  <a:lnTo>
                    <a:pt x="40691" y="0"/>
                  </a:lnTo>
                  <a:lnTo>
                    <a:pt x="0" y="21451"/>
                  </a:lnTo>
                  <a:lnTo>
                    <a:pt x="23308" y="4258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998498" y="1034224"/>
            <a:ext cx="5219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Input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49177" y="1034224"/>
            <a:ext cx="6915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Output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49257" y="3438728"/>
            <a:ext cx="502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</a:t>
            </a:r>
            <a:r>
              <a:rPr sz="1200" baseline="-31250" dirty="0">
                <a:latin typeface="Arial MT"/>
                <a:cs typeface="Arial MT"/>
              </a:rPr>
              <a:t>3</a:t>
            </a:r>
            <a:r>
              <a:rPr sz="1200" dirty="0">
                <a:latin typeface="Arial MT"/>
                <a:cs typeface="Arial MT"/>
              </a:rPr>
              <a:t>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b</a:t>
            </a:r>
            <a:r>
              <a:rPr sz="1200" spc="-37" baseline="-31250" dirty="0">
                <a:latin typeface="Arial MT"/>
                <a:cs typeface="Arial MT"/>
              </a:rPr>
              <a:t>3</a:t>
            </a:r>
            <a:endParaRPr sz="1200" baseline="-312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9075" y="986521"/>
            <a:ext cx="39154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loss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function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with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regard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weights </a:t>
            </a:r>
            <a:r>
              <a:rPr sz="1600" b="1" dirty="0">
                <a:latin typeface="Arial"/>
                <a:cs typeface="Arial"/>
              </a:rPr>
              <a:t>and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biases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can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defined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260749" y="1356825"/>
            <a:ext cx="12700" cy="2825115"/>
          </a:xfrm>
          <a:custGeom>
            <a:avLst/>
            <a:gdLst/>
            <a:ahLst/>
            <a:cxnLst/>
            <a:rect l="l" t="t" r="r" b="b"/>
            <a:pathLst>
              <a:path w="12700" h="2825115">
                <a:moveTo>
                  <a:pt x="12599" y="0"/>
                </a:moveTo>
                <a:lnTo>
                  <a:pt x="0" y="28250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849257" y="2633507"/>
            <a:ext cx="502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</a:t>
            </a:r>
            <a:r>
              <a:rPr sz="1200" baseline="-31250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b</a:t>
            </a:r>
            <a:r>
              <a:rPr sz="1200" spc="-37" baseline="-31250" dirty="0">
                <a:latin typeface="Arial MT"/>
                <a:cs typeface="Arial MT"/>
              </a:rPr>
              <a:t>2</a:t>
            </a:r>
            <a:endParaRPr sz="1200" baseline="-312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49257" y="1828287"/>
            <a:ext cx="502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</a:t>
            </a:r>
            <a:r>
              <a:rPr sz="1200" baseline="-31250" dirty="0">
                <a:latin typeface="Arial MT"/>
                <a:cs typeface="Arial MT"/>
              </a:rPr>
              <a:t>1</a:t>
            </a:r>
            <a:r>
              <a:rPr sz="1200" dirty="0">
                <a:latin typeface="Arial MT"/>
                <a:cs typeface="Arial MT"/>
              </a:rPr>
              <a:t>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b</a:t>
            </a:r>
            <a:r>
              <a:rPr sz="1200" spc="-37" baseline="-31250" dirty="0">
                <a:latin typeface="Arial MT"/>
                <a:cs typeface="Arial MT"/>
              </a:rPr>
              <a:t>1</a:t>
            </a:r>
            <a:endParaRPr sz="1200" baseline="-3125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000137" y="3012162"/>
            <a:ext cx="673100" cy="342900"/>
            <a:chOff x="8000137" y="3012162"/>
            <a:chExt cx="673100" cy="342900"/>
          </a:xfrm>
        </p:grpSpPr>
        <p:sp>
          <p:nvSpPr>
            <p:cNvPr id="42" name="object 42"/>
            <p:cNvSpPr/>
            <p:nvPr/>
          </p:nvSpPr>
          <p:spPr>
            <a:xfrm>
              <a:off x="8004899" y="3016924"/>
              <a:ext cx="663575" cy="333375"/>
            </a:xfrm>
            <a:custGeom>
              <a:avLst/>
              <a:gdLst/>
              <a:ahLst/>
              <a:cxnLst/>
              <a:rect l="l" t="t" r="r" b="b"/>
              <a:pathLst>
                <a:path w="663575" h="333375">
                  <a:moveTo>
                    <a:pt x="607449" y="333299"/>
                  </a:moveTo>
                  <a:lnTo>
                    <a:pt x="55549" y="333299"/>
                  </a:lnTo>
                  <a:lnTo>
                    <a:pt x="33927" y="328934"/>
                  </a:lnTo>
                  <a:lnTo>
                    <a:pt x="16269" y="317029"/>
                  </a:lnTo>
                  <a:lnTo>
                    <a:pt x="4365" y="299372"/>
                  </a:lnTo>
                  <a:lnTo>
                    <a:pt x="0" y="277749"/>
                  </a:lnTo>
                  <a:lnTo>
                    <a:pt x="0" y="55549"/>
                  </a:lnTo>
                  <a:lnTo>
                    <a:pt x="16269" y="16270"/>
                  </a:lnTo>
                  <a:lnTo>
                    <a:pt x="55549" y="0"/>
                  </a:lnTo>
                  <a:lnTo>
                    <a:pt x="607449" y="0"/>
                  </a:lnTo>
                  <a:lnTo>
                    <a:pt x="646729" y="16270"/>
                  </a:lnTo>
                  <a:lnTo>
                    <a:pt x="662999" y="55549"/>
                  </a:lnTo>
                  <a:lnTo>
                    <a:pt x="662999" y="277749"/>
                  </a:lnTo>
                  <a:lnTo>
                    <a:pt x="658634" y="299372"/>
                  </a:lnTo>
                  <a:lnTo>
                    <a:pt x="646729" y="317029"/>
                  </a:lnTo>
                  <a:lnTo>
                    <a:pt x="629072" y="328934"/>
                  </a:lnTo>
                  <a:lnTo>
                    <a:pt x="607449" y="333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04899" y="3016924"/>
              <a:ext cx="663575" cy="333375"/>
            </a:xfrm>
            <a:custGeom>
              <a:avLst/>
              <a:gdLst/>
              <a:ahLst/>
              <a:cxnLst/>
              <a:rect l="l" t="t" r="r" b="b"/>
              <a:pathLst>
                <a:path w="663575" h="333375">
                  <a:moveTo>
                    <a:pt x="0" y="55549"/>
                  </a:moveTo>
                  <a:lnTo>
                    <a:pt x="4365" y="33927"/>
                  </a:lnTo>
                  <a:lnTo>
                    <a:pt x="16269" y="16270"/>
                  </a:lnTo>
                  <a:lnTo>
                    <a:pt x="33927" y="4365"/>
                  </a:lnTo>
                  <a:lnTo>
                    <a:pt x="55549" y="0"/>
                  </a:lnTo>
                  <a:lnTo>
                    <a:pt x="607449" y="0"/>
                  </a:lnTo>
                  <a:lnTo>
                    <a:pt x="646729" y="16270"/>
                  </a:lnTo>
                  <a:lnTo>
                    <a:pt x="662999" y="55549"/>
                  </a:lnTo>
                  <a:lnTo>
                    <a:pt x="662999" y="277749"/>
                  </a:lnTo>
                  <a:lnTo>
                    <a:pt x="658634" y="299372"/>
                  </a:lnTo>
                  <a:lnTo>
                    <a:pt x="646729" y="317029"/>
                  </a:lnTo>
                  <a:lnTo>
                    <a:pt x="629072" y="328934"/>
                  </a:lnTo>
                  <a:lnTo>
                    <a:pt x="607449" y="333299"/>
                  </a:lnTo>
                  <a:lnTo>
                    <a:pt x="55549" y="333299"/>
                  </a:lnTo>
                  <a:lnTo>
                    <a:pt x="33927" y="328934"/>
                  </a:lnTo>
                  <a:lnTo>
                    <a:pt x="16269" y="317029"/>
                  </a:lnTo>
                  <a:lnTo>
                    <a:pt x="4365" y="299372"/>
                  </a:lnTo>
                  <a:lnTo>
                    <a:pt x="0" y="277749"/>
                  </a:lnTo>
                  <a:lnTo>
                    <a:pt x="0" y="555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274285" y="3057083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L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526059" y="1943629"/>
            <a:ext cx="3147060" cy="2327910"/>
            <a:chOff x="5526059" y="1943629"/>
            <a:chExt cx="3147060" cy="2327910"/>
          </a:xfrm>
        </p:grpSpPr>
        <p:sp>
          <p:nvSpPr>
            <p:cNvPr id="46" name="object 46"/>
            <p:cNvSpPr/>
            <p:nvPr/>
          </p:nvSpPr>
          <p:spPr>
            <a:xfrm>
              <a:off x="8336399" y="2672028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0"/>
                  </a:moveTo>
                  <a:lnTo>
                    <a:pt x="0" y="2878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20667" y="2959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20667" y="2959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04899" y="3695125"/>
              <a:ext cx="663575" cy="333375"/>
            </a:xfrm>
            <a:custGeom>
              <a:avLst/>
              <a:gdLst/>
              <a:ahLst/>
              <a:cxnLst/>
              <a:rect l="l" t="t" r="r" b="b"/>
              <a:pathLst>
                <a:path w="663575" h="333375">
                  <a:moveTo>
                    <a:pt x="607449" y="333299"/>
                  </a:moveTo>
                  <a:lnTo>
                    <a:pt x="55549" y="333299"/>
                  </a:lnTo>
                  <a:lnTo>
                    <a:pt x="33927" y="328934"/>
                  </a:lnTo>
                  <a:lnTo>
                    <a:pt x="16269" y="317029"/>
                  </a:lnTo>
                  <a:lnTo>
                    <a:pt x="4365" y="299372"/>
                  </a:lnTo>
                  <a:lnTo>
                    <a:pt x="0" y="277749"/>
                  </a:lnTo>
                  <a:lnTo>
                    <a:pt x="0" y="55549"/>
                  </a:lnTo>
                  <a:lnTo>
                    <a:pt x="4291" y="34291"/>
                  </a:lnTo>
                  <a:lnTo>
                    <a:pt x="4365" y="33927"/>
                  </a:lnTo>
                  <a:lnTo>
                    <a:pt x="16270" y="16270"/>
                  </a:lnTo>
                  <a:lnTo>
                    <a:pt x="33927" y="4365"/>
                  </a:lnTo>
                  <a:lnTo>
                    <a:pt x="55549" y="0"/>
                  </a:lnTo>
                  <a:lnTo>
                    <a:pt x="607449" y="0"/>
                  </a:lnTo>
                  <a:lnTo>
                    <a:pt x="646729" y="16270"/>
                  </a:lnTo>
                  <a:lnTo>
                    <a:pt x="662999" y="55549"/>
                  </a:lnTo>
                  <a:lnTo>
                    <a:pt x="662999" y="277749"/>
                  </a:lnTo>
                  <a:lnTo>
                    <a:pt x="658634" y="299372"/>
                  </a:lnTo>
                  <a:lnTo>
                    <a:pt x="646729" y="317029"/>
                  </a:lnTo>
                  <a:lnTo>
                    <a:pt x="629072" y="328934"/>
                  </a:lnTo>
                  <a:lnTo>
                    <a:pt x="607449" y="333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04899" y="3695125"/>
              <a:ext cx="663575" cy="333375"/>
            </a:xfrm>
            <a:custGeom>
              <a:avLst/>
              <a:gdLst/>
              <a:ahLst/>
              <a:cxnLst/>
              <a:rect l="l" t="t" r="r" b="b"/>
              <a:pathLst>
                <a:path w="663575" h="333375">
                  <a:moveTo>
                    <a:pt x="0" y="55549"/>
                  </a:moveTo>
                  <a:lnTo>
                    <a:pt x="4365" y="33927"/>
                  </a:lnTo>
                  <a:lnTo>
                    <a:pt x="16269" y="16270"/>
                  </a:lnTo>
                  <a:lnTo>
                    <a:pt x="33927" y="4365"/>
                  </a:lnTo>
                  <a:lnTo>
                    <a:pt x="55549" y="0"/>
                  </a:lnTo>
                  <a:lnTo>
                    <a:pt x="607449" y="0"/>
                  </a:lnTo>
                  <a:lnTo>
                    <a:pt x="646729" y="16270"/>
                  </a:lnTo>
                  <a:lnTo>
                    <a:pt x="662999" y="55549"/>
                  </a:lnTo>
                  <a:lnTo>
                    <a:pt x="662999" y="277749"/>
                  </a:lnTo>
                  <a:lnTo>
                    <a:pt x="658634" y="299372"/>
                  </a:lnTo>
                  <a:lnTo>
                    <a:pt x="646729" y="317029"/>
                  </a:lnTo>
                  <a:lnTo>
                    <a:pt x="629072" y="328934"/>
                  </a:lnTo>
                  <a:lnTo>
                    <a:pt x="607449" y="333299"/>
                  </a:lnTo>
                  <a:lnTo>
                    <a:pt x="55549" y="333299"/>
                  </a:lnTo>
                  <a:lnTo>
                    <a:pt x="33927" y="328934"/>
                  </a:lnTo>
                  <a:lnTo>
                    <a:pt x="16269" y="317029"/>
                  </a:lnTo>
                  <a:lnTo>
                    <a:pt x="4365" y="299372"/>
                  </a:lnTo>
                  <a:lnTo>
                    <a:pt x="0" y="277749"/>
                  </a:lnTo>
                  <a:lnTo>
                    <a:pt x="0" y="555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4536" y="3785901"/>
              <a:ext cx="323724" cy="15174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336399" y="3350225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0"/>
                  </a:moveTo>
                  <a:lnTo>
                    <a:pt x="0" y="2878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320667" y="363807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20667" y="363807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530822" y="3574525"/>
              <a:ext cx="2806065" cy="692150"/>
            </a:xfrm>
            <a:custGeom>
              <a:avLst/>
              <a:gdLst/>
              <a:ahLst/>
              <a:cxnLst/>
              <a:rect l="l" t="t" r="r" b="b"/>
              <a:pathLst>
                <a:path w="2806065" h="692150">
                  <a:moveTo>
                    <a:pt x="2805577" y="453899"/>
                  </a:moveTo>
                  <a:lnTo>
                    <a:pt x="2805577" y="692024"/>
                  </a:lnTo>
                  <a:lnTo>
                    <a:pt x="0" y="692024"/>
                  </a:lnTo>
                  <a:lnTo>
                    <a:pt x="0" y="0"/>
                  </a:lnTo>
                  <a:lnTo>
                    <a:pt x="18102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711849" y="35587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711849" y="35587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530822" y="2769325"/>
              <a:ext cx="2806065" cy="1497330"/>
            </a:xfrm>
            <a:custGeom>
              <a:avLst/>
              <a:gdLst/>
              <a:ahLst/>
              <a:cxnLst/>
              <a:rect l="l" t="t" r="r" b="b"/>
              <a:pathLst>
                <a:path w="2806065" h="1497329">
                  <a:moveTo>
                    <a:pt x="2805577" y="1259099"/>
                  </a:moveTo>
                  <a:lnTo>
                    <a:pt x="2805577" y="1497220"/>
                  </a:lnTo>
                  <a:lnTo>
                    <a:pt x="0" y="1497220"/>
                  </a:lnTo>
                  <a:lnTo>
                    <a:pt x="0" y="0"/>
                  </a:lnTo>
                  <a:lnTo>
                    <a:pt x="18102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711849" y="2753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11849" y="2753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530822" y="1964125"/>
              <a:ext cx="2806065" cy="2302510"/>
            </a:xfrm>
            <a:custGeom>
              <a:avLst/>
              <a:gdLst/>
              <a:ahLst/>
              <a:cxnLst/>
              <a:rect l="l" t="t" r="r" b="b"/>
              <a:pathLst>
                <a:path w="2806065" h="2302510">
                  <a:moveTo>
                    <a:pt x="2805577" y="2064299"/>
                  </a:moveTo>
                  <a:lnTo>
                    <a:pt x="2805577" y="2302417"/>
                  </a:lnTo>
                  <a:lnTo>
                    <a:pt x="0" y="2302417"/>
                  </a:lnTo>
                  <a:lnTo>
                    <a:pt x="0" y="0"/>
                  </a:lnTo>
                  <a:lnTo>
                    <a:pt x="18102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711849" y="1948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11849" y="1948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39075" y="2550622"/>
            <a:ext cx="4131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weight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update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is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computed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by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moving 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opposite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direction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0" dirty="0">
                <a:latin typeface="Arial"/>
                <a:cs typeface="Arial"/>
              </a:rPr>
              <a:t> cost </a:t>
            </a:r>
            <a:r>
              <a:rPr sz="1600" b="1" spc="-10" dirty="0">
                <a:latin typeface="Arial"/>
                <a:cs typeface="Arial"/>
              </a:rPr>
              <a:t>gradient.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39075" y="4075546"/>
            <a:ext cx="30778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Iterate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until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stops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decreasing.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6" name="object 6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2049" y="1786988"/>
            <a:ext cx="4829398" cy="59295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53187" y="3371800"/>
            <a:ext cx="1524426" cy="5273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0819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Convolution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25" dirty="0"/>
              <a:t>2D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6850" y="4417638"/>
            <a:ext cx="42106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(Image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Credit: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Applied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Deep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Learning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|</a:t>
            </a:r>
            <a:r>
              <a:rPr sz="1400" u="heavy" spc="-9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Arden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Dertat</a:t>
            </a:r>
            <a:r>
              <a:rPr sz="1400" spc="-10" dirty="0">
                <a:latin typeface="Arial MT"/>
                <a:cs typeface="Arial MT"/>
              </a:rPr>
              <a:t>)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2225" y="876451"/>
            <a:ext cx="4799549" cy="32704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9525" y="797325"/>
            <a:ext cx="6325235" cy="3634104"/>
            <a:chOff x="1409525" y="797325"/>
            <a:chExt cx="6325235" cy="36341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525" y="797325"/>
              <a:ext cx="6324950" cy="36336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6675" y="835425"/>
              <a:ext cx="6210649" cy="35193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42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Convolution</a:t>
            </a:r>
            <a:r>
              <a:rPr spc="-50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10" dirty="0"/>
              <a:t>Image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19234" y="4433229"/>
            <a:ext cx="4753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Deep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Learning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Methods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for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Vision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|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CVPR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2012</a:t>
            </a:r>
            <a:r>
              <a:rPr sz="12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Tutorial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894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/>
              <a:t>Activation</a:t>
            </a:r>
            <a:r>
              <a:rPr spc="-16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6984" y="4433229"/>
            <a:ext cx="2660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towardsdatascience.com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7523" y="1121730"/>
            <a:ext cx="6541360" cy="29529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0775" y="984875"/>
            <a:ext cx="8902700" cy="3404235"/>
            <a:chOff x="120775" y="984875"/>
            <a:chExt cx="8902700" cy="34042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775" y="984875"/>
              <a:ext cx="8902449" cy="34039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925" y="1022975"/>
              <a:ext cx="8788149" cy="328968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9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Introducing</a:t>
            </a:r>
            <a:r>
              <a:rPr spc="-80" dirty="0"/>
              <a:t> </a:t>
            </a:r>
            <a:r>
              <a:rPr spc="-10" dirty="0"/>
              <a:t>Non-</a:t>
            </a:r>
            <a:r>
              <a:rPr dirty="0"/>
              <a:t>Linearity</a:t>
            </a:r>
            <a:r>
              <a:rPr spc="-75" dirty="0"/>
              <a:t> </a:t>
            </a:r>
            <a:r>
              <a:rPr spc="-10" dirty="0"/>
              <a:t>(ReLU)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94383" y="4433229"/>
            <a:ext cx="4753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Deep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Learning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Methods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for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Vision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|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CVPR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2012</a:t>
            </a:r>
            <a:r>
              <a:rPr sz="12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Tutorial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899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/>
              <a:t>Max</a:t>
            </a:r>
            <a:r>
              <a:rPr spc="-40" dirty="0"/>
              <a:t> </a:t>
            </a:r>
            <a:r>
              <a:rPr spc="-10" dirty="0"/>
              <a:t>Pooling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6850" y="4052888"/>
            <a:ext cx="42106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(Image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Credit: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Applied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Deep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Learning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|</a:t>
            </a:r>
            <a:r>
              <a:rPr sz="1400" u="heavy" spc="-9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Arden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Dertat</a:t>
            </a:r>
            <a:r>
              <a:rPr sz="1400" spc="-10" dirty="0">
                <a:latin typeface="Arial MT"/>
                <a:cs typeface="Arial MT"/>
              </a:rPr>
              <a:t>)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2924" y="1149437"/>
            <a:ext cx="3350271" cy="24593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175" y="1172136"/>
            <a:ext cx="4824130" cy="23342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899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Pooling</a:t>
            </a:r>
            <a:r>
              <a:rPr spc="-6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spc="-40" dirty="0"/>
              <a:t>Max-</a:t>
            </a:r>
            <a:r>
              <a:rPr dirty="0"/>
              <a:t>Pooling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Sum-Pooling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4383" y="4433229"/>
            <a:ext cx="4753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Deep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Learning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Methods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for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Vision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|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CVPR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2012</a:t>
            </a:r>
            <a:r>
              <a:rPr sz="12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Tutorial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687" y="874037"/>
            <a:ext cx="8255000" cy="3586479"/>
            <a:chOff x="444687" y="874037"/>
            <a:chExt cx="8255000" cy="358647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4687" y="874037"/>
              <a:ext cx="8254625" cy="3585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837" y="912137"/>
              <a:ext cx="8140324" cy="34716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Convolutional</a:t>
            </a:r>
            <a:r>
              <a:rPr spc="-80" dirty="0"/>
              <a:t> </a:t>
            </a:r>
            <a:r>
              <a:rPr dirty="0"/>
              <a:t>Neural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625" y="881822"/>
            <a:ext cx="79375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convolutional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neural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network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latin typeface="Arial"/>
                <a:cs typeface="Arial"/>
              </a:rPr>
              <a:t>CNN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ConvNet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class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deep,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feed-</a:t>
            </a:r>
            <a:r>
              <a:rPr sz="1600" spc="-10" dirty="0">
                <a:latin typeface="Arial MT"/>
                <a:cs typeface="Arial MT"/>
              </a:rPr>
              <a:t>forward </a:t>
            </a:r>
            <a:r>
              <a:rPr sz="1600" dirty="0">
                <a:latin typeface="Arial MT"/>
                <a:cs typeface="Arial MT"/>
              </a:rPr>
              <a:t>artificial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neural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networks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explicitly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assumes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inputs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images,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which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allows </a:t>
            </a:r>
            <a:r>
              <a:rPr sz="1600" dirty="0">
                <a:latin typeface="Arial MT"/>
                <a:cs typeface="Arial MT"/>
              </a:rPr>
              <a:t>us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encode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certain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properties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architecture.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485" y="1798520"/>
            <a:ext cx="7182536" cy="26100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41624" y="4519614"/>
            <a:ext cx="4258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00000"/>
                </a:solidFill>
                <a:latin typeface="Arial MT"/>
                <a:cs typeface="Arial MT"/>
              </a:rPr>
              <a:t>LeNet-</a:t>
            </a:r>
            <a:r>
              <a:rPr sz="1200" dirty="0">
                <a:solidFill>
                  <a:srgbClr val="500000"/>
                </a:solidFill>
                <a:latin typeface="Arial MT"/>
                <a:cs typeface="Arial MT"/>
              </a:rPr>
              <a:t>5</a:t>
            </a:r>
            <a:r>
              <a:rPr sz="1200" spc="-85" dirty="0">
                <a:solidFill>
                  <a:srgbClr val="5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00000"/>
                </a:solidFill>
                <a:latin typeface="Arial MT"/>
                <a:cs typeface="Arial MT"/>
              </a:rPr>
              <a:t>Architecture</a:t>
            </a:r>
            <a:r>
              <a:rPr sz="1200" spc="-30" dirty="0">
                <a:solidFill>
                  <a:srgbClr val="5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00000"/>
                </a:solidFill>
                <a:latin typeface="Arial MT"/>
                <a:cs typeface="Arial MT"/>
              </a:rPr>
              <a:t>(Image</a:t>
            </a:r>
            <a:r>
              <a:rPr sz="1200" spc="-25" dirty="0">
                <a:solidFill>
                  <a:srgbClr val="5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00000"/>
                </a:solidFill>
                <a:latin typeface="Arial MT"/>
                <a:cs typeface="Arial MT"/>
              </a:rPr>
              <a:t>Credit:</a:t>
            </a:r>
            <a:r>
              <a:rPr sz="1200" spc="-25" dirty="0">
                <a:solidFill>
                  <a:srgbClr val="50000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00000"/>
                </a:solidFill>
                <a:latin typeface="Arial MT"/>
                <a:cs typeface="Arial MT"/>
              </a:rPr>
              <a:t>https://becominghuman.ai)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714</Words>
  <Application>Microsoft Office PowerPoint</Application>
  <PresentationFormat>On-screen Show (16:9)</PresentationFormat>
  <Paragraphs>142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Calibri</vt:lpstr>
      <vt:lpstr>Cambria Math</vt:lpstr>
      <vt:lpstr>Times New Roman</vt:lpstr>
      <vt:lpstr>Office Theme</vt:lpstr>
      <vt:lpstr>AI is intelligence demonstrated by machines, as opposed to natural intelligence displayed by animals including humans.</vt:lpstr>
      <vt:lpstr>Relationship of AI, ML and DL</vt:lpstr>
      <vt:lpstr>Types of ML Algorithms</vt:lpstr>
      <vt:lpstr>PowerPoint Presentation</vt:lpstr>
      <vt:lpstr>What is Deep Learning?</vt:lpstr>
      <vt:lpstr>Why Deep Learning?</vt:lpstr>
      <vt:lpstr>Artificial Neural Network</vt:lpstr>
      <vt:lpstr>Inputs and Outputs</vt:lpstr>
      <vt:lpstr>Learning Principle</vt:lpstr>
      <vt:lpstr>Learning Principle</vt:lpstr>
      <vt:lpstr>Learning Principle</vt:lpstr>
      <vt:lpstr>Supervised Deep Learning with Neural Networks</vt:lpstr>
      <vt:lpstr>Training - Minimizing the Loss</vt:lpstr>
      <vt:lpstr>Convolution in 2D</vt:lpstr>
      <vt:lpstr>Convolution on Image</vt:lpstr>
      <vt:lpstr>Activation Functions</vt:lpstr>
      <vt:lpstr>Introducing Non-Linearity (ReLU)</vt:lpstr>
      <vt:lpstr>Max Pooling</vt:lpstr>
      <vt:lpstr>Pooling - Max-Pooling and Sum-Pooling</vt:lpstr>
      <vt:lpstr>Convolutional Neural Networks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SPS</dc:creator>
  <cp:lastModifiedBy>Vattela Ramesh</cp:lastModifiedBy>
  <cp:revision>8</cp:revision>
  <dcterms:created xsi:type="dcterms:W3CDTF">2025-01-20T06:42:18Z</dcterms:created>
  <dcterms:modified xsi:type="dcterms:W3CDTF">2026-10-25T07:06:36Z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2025-01-20T00:00:00Z</vt:filetime>
  </property>
  <property fmtid="{D5CDD505-2E9C-101B-9397-08002B2CF9AE}" pid="3" name="LastSaved">
    <vt:filetime>2025-01-20T00:00:00Z</vt:filetime>
  </property>
  <property fmtid="{D5CDD505-2E9C-101B-9397-08002B2CF9AE}" pid="4" name="Producer">
    <vt:lpwstr>iLovePDF</vt:lpwstr>
  </property>
</Properties>
</file>